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301" r:id="rId5"/>
    <p:sldId id="321" r:id="rId6"/>
    <p:sldId id="302" r:id="rId7"/>
    <p:sldId id="304" r:id="rId8"/>
    <p:sldId id="305" r:id="rId9"/>
    <p:sldId id="306" r:id="rId10"/>
    <p:sldId id="320" r:id="rId11"/>
    <p:sldId id="308" r:id="rId12"/>
    <p:sldId id="309" r:id="rId13"/>
    <p:sldId id="311" r:id="rId14"/>
    <p:sldId id="312" r:id="rId15"/>
    <p:sldId id="313" r:id="rId16"/>
    <p:sldId id="314" r:id="rId17"/>
    <p:sldId id="315" r:id="rId18"/>
    <p:sldId id="310" r:id="rId19"/>
    <p:sldId id="322" r:id="rId20"/>
    <p:sldId id="269" r:id="rId21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070995-365A-41D1-AABD-286FD36378AB}" v="63" dt="2026-10-01T15:40:33.1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4" autoAdjust="0"/>
    <p:restoredTop sz="95033" autoAdjust="0"/>
  </p:normalViewPr>
  <p:slideViewPr>
    <p:cSldViewPr>
      <p:cViewPr varScale="1">
        <p:scale>
          <a:sx n="73" d="100"/>
          <a:sy n="73" d="100"/>
        </p:scale>
        <p:origin x="182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nth T" userId="c677aebba0b39ac0" providerId="LiveId" clId="{A50E3A02-9AD0-4573-A5DA-B6EBC8148CAD}"/>
    <pc:docChg chg="undo redo custSel addSld delSld modSld">
      <pc:chgData name="Jayanth T" userId="c677aebba0b39ac0" providerId="LiveId" clId="{A50E3A02-9AD0-4573-A5DA-B6EBC8148CAD}" dt="2026-10-01T15:46:50.954" v="1096" actId="20577"/>
      <pc:docMkLst>
        <pc:docMk/>
      </pc:docMkLst>
      <pc:sldChg chg="modSp mod">
        <pc:chgData name="Jayanth T" userId="c677aebba0b39ac0" providerId="LiveId" clId="{A50E3A02-9AD0-4573-A5DA-B6EBC8148CAD}" dt="2026-10-01T10:17:06.783" v="355" actId="20577"/>
        <pc:sldMkLst>
          <pc:docMk/>
          <pc:sldMk cId="0" sldId="256"/>
        </pc:sldMkLst>
        <pc:spChg chg="mod">
          <ac:chgData name="Jayanth T" userId="c677aebba0b39ac0" providerId="LiveId" clId="{A50E3A02-9AD0-4573-A5DA-B6EBC8148CAD}" dt="2026-10-01T10:17:06.783" v="355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Jayanth T" userId="c677aebba0b39ac0" providerId="LiveId" clId="{A50E3A02-9AD0-4573-A5DA-B6EBC8148CAD}" dt="2026-09-29T16:13:58.198" v="40" actId="1076"/>
        <pc:sldMkLst>
          <pc:docMk/>
          <pc:sldMk cId="0" sldId="257"/>
        </pc:sldMkLst>
        <pc:spChg chg="mod">
          <ac:chgData name="Jayanth T" userId="c677aebba0b39ac0" providerId="LiveId" clId="{A50E3A02-9AD0-4573-A5DA-B6EBC8148CAD}" dt="2026-09-29T16:13:58.198" v="4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Jayanth T" userId="c677aebba0b39ac0" providerId="LiveId" clId="{A50E3A02-9AD0-4573-A5DA-B6EBC8148CAD}" dt="2026-09-29T16:13:20.953" v="32" actId="1076"/>
          <ac:spMkLst>
            <pc:docMk/>
            <pc:sldMk cId="0" sldId="257"/>
            <ac:spMk id="20" creationId="{00000000-0000-0000-0000-000000000000}"/>
          </ac:spMkLst>
        </pc:spChg>
      </pc:sldChg>
      <pc:sldChg chg="addSp delSp modSp mod">
        <pc:chgData name="Jayanth T" userId="c677aebba0b39ac0" providerId="LiveId" clId="{A50E3A02-9AD0-4573-A5DA-B6EBC8148CAD}" dt="2026-09-30T15:33:36.824" v="177" actId="1076"/>
        <pc:sldMkLst>
          <pc:docMk/>
          <pc:sldMk cId="86789223" sldId="259"/>
        </pc:sldMkLst>
        <pc:spChg chg="mod">
          <ac:chgData name="Jayanth T" userId="c677aebba0b39ac0" providerId="LiveId" clId="{A50E3A02-9AD0-4573-A5DA-B6EBC8148CAD}" dt="2026-09-30T15:33:32.110" v="176" actId="20577"/>
          <ac:spMkLst>
            <pc:docMk/>
            <pc:sldMk cId="86789223" sldId="259"/>
            <ac:spMk id="2" creationId="{D9A979E7-EBDD-6946-A365-C0676272150F}"/>
          </ac:spMkLst>
        </pc:spChg>
        <pc:spChg chg="add mod">
          <ac:chgData name="Jayanth T" userId="c677aebba0b39ac0" providerId="LiveId" clId="{A50E3A02-9AD0-4573-A5DA-B6EBC8148CAD}" dt="2026-09-30T15:33:36.824" v="177" actId="1076"/>
          <ac:spMkLst>
            <pc:docMk/>
            <pc:sldMk cId="86789223" sldId="259"/>
            <ac:spMk id="9" creationId="{B698B4C8-348F-7CBB-DC55-5542870DB480}"/>
          </ac:spMkLst>
        </pc:spChg>
      </pc:sldChg>
      <pc:sldChg chg="addSp modSp mod">
        <pc:chgData name="Jayanth T" userId="c677aebba0b39ac0" providerId="LiveId" clId="{A50E3A02-9AD0-4573-A5DA-B6EBC8148CAD}" dt="2026-09-30T15:25:30.802" v="50" actId="113"/>
        <pc:sldMkLst>
          <pc:docMk/>
          <pc:sldMk cId="86789223" sldId="301"/>
        </pc:sldMkLst>
        <pc:spChg chg="mod">
          <ac:chgData name="Jayanth T" userId="c677aebba0b39ac0" providerId="LiveId" clId="{A50E3A02-9AD0-4573-A5DA-B6EBC8148CAD}" dt="2026-09-30T15:25:30.802" v="50" actId="113"/>
          <ac:spMkLst>
            <pc:docMk/>
            <pc:sldMk cId="86789223" sldId="301"/>
            <ac:spMk id="3" creationId="{3FB87EC8-6482-09E7-1C8B-D4E149912431}"/>
          </ac:spMkLst>
        </pc:spChg>
        <pc:spChg chg="add mod">
          <ac:chgData name="Jayanth T" userId="c677aebba0b39ac0" providerId="LiveId" clId="{A50E3A02-9AD0-4573-A5DA-B6EBC8148CAD}" dt="2026-09-29T16:12:52.393" v="28" actId="1076"/>
          <ac:spMkLst>
            <pc:docMk/>
            <pc:sldMk cId="86789223" sldId="301"/>
            <ac:spMk id="9" creationId="{ED8B1469-700B-9110-75A1-FD9A76C48D6C}"/>
          </ac:spMkLst>
        </pc:spChg>
      </pc:sldChg>
      <pc:sldChg chg="delSp modSp mod">
        <pc:chgData name="Jayanth T" userId="c677aebba0b39ac0" providerId="LiveId" clId="{A50E3A02-9AD0-4573-A5DA-B6EBC8148CAD}" dt="2026-09-30T15:33:08.018" v="173" actId="1076"/>
        <pc:sldMkLst>
          <pc:docMk/>
          <pc:sldMk cId="86789223" sldId="302"/>
        </pc:sldMkLst>
        <pc:spChg chg="mod">
          <ac:chgData name="Jayanth T" userId="c677aebba0b39ac0" providerId="LiveId" clId="{A50E3A02-9AD0-4573-A5DA-B6EBC8148CAD}" dt="2026-09-30T15:33:08.018" v="173" actId="1076"/>
          <ac:spMkLst>
            <pc:docMk/>
            <pc:sldMk cId="86789223" sldId="302"/>
            <ac:spMk id="2" creationId="{2C795F38-A5AD-0020-C194-9CA059579A84}"/>
          </ac:spMkLst>
        </pc:spChg>
        <pc:spChg chg="del mod">
          <ac:chgData name="Jayanth T" userId="c677aebba0b39ac0" providerId="LiveId" clId="{A50E3A02-9AD0-4573-A5DA-B6EBC8148CAD}" dt="2026-09-30T15:30:22.196" v="63" actId="478"/>
          <ac:spMkLst>
            <pc:docMk/>
            <pc:sldMk cId="86789223" sldId="302"/>
            <ac:spMk id="3" creationId="{B211A0E7-6B74-5751-AE94-AB160C97B582}"/>
          </ac:spMkLst>
        </pc:spChg>
      </pc:sldChg>
      <pc:sldChg chg="modSp mod">
        <pc:chgData name="Jayanth T" userId="c677aebba0b39ac0" providerId="LiveId" clId="{A50E3A02-9AD0-4573-A5DA-B6EBC8148CAD}" dt="2026-09-30T15:38:57.782" v="199" actId="1076"/>
        <pc:sldMkLst>
          <pc:docMk/>
          <pc:sldMk cId="86789223" sldId="304"/>
        </pc:sldMkLst>
        <pc:spChg chg="mod">
          <ac:chgData name="Jayanth T" userId="c677aebba0b39ac0" providerId="LiveId" clId="{A50E3A02-9AD0-4573-A5DA-B6EBC8148CAD}" dt="2026-09-30T15:38:34.495" v="196" actId="1076"/>
          <ac:spMkLst>
            <pc:docMk/>
            <pc:sldMk cId="86789223" sldId="304"/>
            <ac:spMk id="202" creationId="{00000000-0000-0000-0000-000000000000}"/>
          </ac:spMkLst>
        </pc:spChg>
        <pc:graphicFrameChg chg="mod modGraphic">
          <ac:chgData name="Jayanth T" userId="c677aebba0b39ac0" providerId="LiveId" clId="{A50E3A02-9AD0-4573-A5DA-B6EBC8148CAD}" dt="2026-09-30T15:38:57.782" v="199" actId="1076"/>
          <ac:graphicFrameMkLst>
            <pc:docMk/>
            <pc:sldMk cId="86789223" sldId="304"/>
            <ac:graphicFrameMk id="201" creationId="{00000000-0000-0000-0000-000000000000}"/>
          </ac:graphicFrameMkLst>
        </pc:graphicFrameChg>
      </pc:sldChg>
      <pc:sldChg chg="addSp delSp modSp mod">
        <pc:chgData name="Jayanth T" userId="c677aebba0b39ac0" providerId="LiveId" clId="{A50E3A02-9AD0-4573-A5DA-B6EBC8148CAD}" dt="2026-09-30T15:42:22.582" v="204" actId="1076"/>
        <pc:sldMkLst>
          <pc:docMk/>
          <pc:sldMk cId="86789223" sldId="305"/>
        </pc:sldMkLst>
        <pc:picChg chg="add mod">
          <ac:chgData name="Jayanth T" userId="c677aebba0b39ac0" providerId="LiveId" clId="{A50E3A02-9AD0-4573-A5DA-B6EBC8148CAD}" dt="2026-09-30T15:42:22.582" v="204" actId="1076"/>
          <ac:picMkLst>
            <pc:docMk/>
            <pc:sldMk cId="86789223" sldId="305"/>
            <ac:picMk id="3" creationId="{A578CCC0-0BEF-A641-4DCC-9953B6740F67}"/>
          </ac:picMkLst>
        </pc:picChg>
        <pc:picChg chg="del">
          <ac:chgData name="Jayanth T" userId="c677aebba0b39ac0" providerId="LiveId" clId="{A50E3A02-9AD0-4573-A5DA-B6EBC8148CAD}" dt="2026-09-30T15:41:49.819" v="200" actId="478"/>
          <ac:picMkLst>
            <pc:docMk/>
            <pc:sldMk cId="86789223" sldId="305"/>
            <ac:picMk id="201" creationId="{00000000-0000-0000-0000-000000000000}"/>
          </ac:picMkLst>
        </pc:picChg>
      </pc:sldChg>
      <pc:sldChg chg="modSp mod">
        <pc:chgData name="Jayanth T" userId="c677aebba0b39ac0" providerId="LiveId" clId="{A50E3A02-9AD0-4573-A5DA-B6EBC8148CAD}" dt="2026-10-01T14:50:27.743" v="587" actId="1076"/>
        <pc:sldMkLst>
          <pc:docMk/>
          <pc:sldMk cId="86789223" sldId="306"/>
        </pc:sldMkLst>
        <pc:spChg chg="mod">
          <ac:chgData name="Jayanth T" userId="c677aebba0b39ac0" providerId="LiveId" clId="{A50E3A02-9AD0-4573-A5DA-B6EBC8148CAD}" dt="2026-09-30T16:25:19.083" v="214" actId="1076"/>
          <ac:spMkLst>
            <pc:docMk/>
            <pc:sldMk cId="86789223" sldId="306"/>
            <ac:spMk id="15" creationId="{D80E80D0-6F89-D49C-8F71-3B704975761E}"/>
          </ac:spMkLst>
        </pc:spChg>
        <pc:spChg chg="mod">
          <ac:chgData name="Jayanth T" userId="c677aebba0b39ac0" providerId="LiveId" clId="{A50E3A02-9AD0-4573-A5DA-B6EBC8148CAD}" dt="2026-09-30T16:26:47.930" v="230" actId="20577"/>
          <ac:spMkLst>
            <pc:docMk/>
            <pc:sldMk cId="86789223" sldId="306"/>
            <ac:spMk id="202" creationId="{00000000-0000-0000-0000-000000000000}"/>
          </ac:spMkLst>
        </pc:spChg>
        <pc:grpChg chg="mod">
          <ac:chgData name="Jayanth T" userId="c677aebba0b39ac0" providerId="LiveId" clId="{A50E3A02-9AD0-4573-A5DA-B6EBC8148CAD}" dt="2026-09-30T16:25:26.095" v="215" actId="1076"/>
          <ac:grpSpMkLst>
            <pc:docMk/>
            <pc:sldMk cId="86789223" sldId="306"/>
            <ac:grpSpMk id="4" creationId="{2B9EFFBF-7726-ED21-BD6C-4021B49E4438}"/>
          </ac:grpSpMkLst>
        </pc:grpChg>
        <pc:graphicFrameChg chg="mod modGraphic">
          <ac:chgData name="Jayanth T" userId="c677aebba0b39ac0" providerId="LiveId" clId="{A50E3A02-9AD0-4573-A5DA-B6EBC8148CAD}" dt="2026-10-01T14:50:27.743" v="587" actId="1076"/>
          <ac:graphicFrameMkLst>
            <pc:docMk/>
            <pc:sldMk cId="86789223" sldId="306"/>
            <ac:graphicFrameMk id="201" creationId="{00000000-0000-0000-0000-000000000000}"/>
          </ac:graphicFrameMkLst>
        </pc:graphicFrameChg>
      </pc:sldChg>
      <pc:sldChg chg="modSp mod">
        <pc:chgData name="Jayanth T" userId="c677aebba0b39ac0" providerId="LiveId" clId="{A50E3A02-9AD0-4573-A5DA-B6EBC8148CAD}" dt="2026-10-01T15:45:02.671" v="991" actId="20577"/>
        <pc:sldMkLst>
          <pc:docMk/>
          <pc:sldMk cId="86789223" sldId="308"/>
        </pc:sldMkLst>
        <pc:spChg chg="mod">
          <ac:chgData name="Jayanth T" userId="c677aebba0b39ac0" providerId="LiveId" clId="{A50E3A02-9AD0-4573-A5DA-B6EBC8148CAD}" dt="2026-10-01T15:45:02.671" v="991" actId="20577"/>
          <ac:spMkLst>
            <pc:docMk/>
            <pc:sldMk cId="86789223" sldId="308"/>
            <ac:spMk id="2" creationId="{51D77F27-A2D1-810C-CDEF-2D661906EC34}"/>
          </ac:spMkLst>
        </pc:spChg>
      </pc:sldChg>
      <pc:sldChg chg="addSp delSp modSp mod">
        <pc:chgData name="Jayanth T" userId="c677aebba0b39ac0" providerId="LiveId" clId="{A50E3A02-9AD0-4573-A5DA-B6EBC8148CAD}" dt="2026-10-01T10:22:15.284" v="388" actId="1076"/>
        <pc:sldMkLst>
          <pc:docMk/>
          <pc:sldMk cId="86789223" sldId="309"/>
        </pc:sldMkLst>
        <pc:spChg chg="add del">
          <ac:chgData name="Jayanth T" userId="c677aebba0b39ac0" providerId="LiveId" clId="{A50E3A02-9AD0-4573-A5DA-B6EBC8148CAD}" dt="2026-10-01T10:19:03.602" v="368" actId="478"/>
          <ac:spMkLst>
            <pc:docMk/>
            <pc:sldMk cId="86789223" sldId="309"/>
            <ac:spMk id="10" creationId="{3FBAB11C-9D10-14F3-12F0-6E33AE7831C4}"/>
          </ac:spMkLst>
        </pc:spChg>
        <pc:spChg chg="add del">
          <ac:chgData name="Jayanth T" userId="c677aebba0b39ac0" providerId="LiveId" clId="{A50E3A02-9AD0-4573-A5DA-B6EBC8148CAD}" dt="2026-10-01T10:19:03.602" v="368" actId="478"/>
          <ac:spMkLst>
            <pc:docMk/>
            <pc:sldMk cId="86789223" sldId="309"/>
            <ac:spMk id="12" creationId="{18DFCE71-04A6-7AF3-295C-660D334450AB}"/>
          </ac:spMkLst>
        </pc:spChg>
        <pc:spChg chg="add del">
          <ac:chgData name="Jayanth T" userId="c677aebba0b39ac0" providerId="LiveId" clId="{A50E3A02-9AD0-4573-A5DA-B6EBC8148CAD}" dt="2026-10-01T10:19:03.602" v="368" actId="478"/>
          <ac:spMkLst>
            <pc:docMk/>
            <pc:sldMk cId="86789223" sldId="309"/>
            <ac:spMk id="15" creationId="{D80E80D0-6F89-D49C-8F71-3B704975761E}"/>
          </ac:spMkLst>
        </pc:spChg>
        <pc:grpChg chg="add del">
          <ac:chgData name="Jayanth T" userId="c677aebba0b39ac0" providerId="LiveId" clId="{A50E3A02-9AD0-4573-A5DA-B6EBC8148CAD}" dt="2026-10-01T10:19:03.602" v="368" actId="478"/>
          <ac:grpSpMkLst>
            <pc:docMk/>
            <pc:sldMk cId="86789223" sldId="309"/>
            <ac:grpSpMk id="4" creationId="{2B9EFFBF-7726-ED21-BD6C-4021B49E4438}"/>
          </ac:grpSpMkLst>
        </pc:grpChg>
        <pc:graphicFrameChg chg="add del mod">
          <ac:chgData name="Jayanth T" userId="c677aebba0b39ac0" providerId="LiveId" clId="{A50E3A02-9AD0-4573-A5DA-B6EBC8148CAD}" dt="2026-10-01T10:20:16.939" v="370" actId="478"/>
          <ac:graphicFrameMkLst>
            <pc:docMk/>
            <pc:sldMk cId="86789223" sldId="309"/>
            <ac:graphicFrameMk id="2" creationId="{BD9B40C3-49EB-6F75-956A-84C89E7C3ED2}"/>
          </ac:graphicFrameMkLst>
        </pc:graphicFrameChg>
        <pc:graphicFrameChg chg="add del mod">
          <ac:chgData name="Jayanth T" userId="c677aebba0b39ac0" providerId="LiveId" clId="{A50E3A02-9AD0-4573-A5DA-B6EBC8148CAD}" dt="2026-10-01T10:20:35.604" v="373" actId="478"/>
          <ac:graphicFrameMkLst>
            <pc:docMk/>
            <pc:sldMk cId="86789223" sldId="309"/>
            <ac:graphicFrameMk id="9" creationId="{34552689-50FA-4769-2D95-A504C2A0DE72}"/>
          </ac:graphicFrameMkLst>
        </pc:graphicFrameChg>
        <pc:graphicFrameChg chg="add del mod">
          <ac:chgData name="Jayanth T" userId="c677aebba0b39ac0" providerId="LiveId" clId="{A50E3A02-9AD0-4573-A5DA-B6EBC8148CAD}" dt="2026-10-01T10:20:37.312" v="375" actId="478"/>
          <ac:graphicFrameMkLst>
            <pc:docMk/>
            <pc:sldMk cId="86789223" sldId="309"/>
            <ac:graphicFrameMk id="11" creationId="{DF058E0D-1868-A22D-C4BE-94C211F0D7D2}"/>
          </ac:graphicFrameMkLst>
        </pc:graphicFrameChg>
        <pc:graphicFrameChg chg="add mod modGraphic">
          <ac:chgData name="Jayanth T" userId="c677aebba0b39ac0" providerId="LiveId" clId="{A50E3A02-9AD0-4573-A5DA-B6EBC8148CAD}" dt="2026-10-01T10:22:15.284" v="388" actId="1076"/>
          <ac:graphicFrameMkLst>
            <pc:docMk/>
            <pc:sldMk cId="86789223" sldId="309"/>
            <ac:graphicFrameMk id="13" creationId="{638E79F3-EEC7-F1BA-3189-1F2A1FE54039}"/>
          </ac:graphicFrameMkLst>
        </pc:graphicFrameChg>
        <pc:picChg chg="add del">
          <ac:chgData name="Jayanth T" userId="c677aebba0b39ac0" providerId="LiveId" clId="{A50E3A02-9AD0-4573-A5DA-B6EBC8148CAD}" dt="2026-10-01T10:20:20.235" v="371" actId="478"/>
          <ac:picMkLst>
            <pc:docMk/>
            <pc:sldMk cId="86789223" sldId="309"/>
            <ac:picMk id="3" creationId="{08412F2C-5A3B-1BCA-8C00-539265A05B38}"/>
          </ac:picMkLst>
        </pc:picChg>
        <pc:picChg chg="add del">
          <ac:chgData name="Jayanth T" userId="c677aebba0b39ac0" providerId="LiveId" clId="{A50E3A02-9AD0-4573-A5DA-B6EBC8148CAD}" dt="2026-10-01T10:19:03.602" v="368" actId="478"/>
          <ac:picMkLst>
            <pc:docMk/>
            <pc:sldMk cId="86789223" sldId="309"/>
            <ac:picMk id="17" creationId="{EED75953-77B8-EB79-983F-0DFB76BE35E9}"/>
          </ac:picMkLst>
        </pc:picChg>
      </pc:sldChg>
      <pc:sldChg chg="modSp mod">
        <pc:chgData name="Jayanth T" userId="c677aebba0b39ac0" providerId="LiveId" clId="{A50E3A02-9AD0-4573-A5DA-B6EBC8148CAD}" dt="2026-10-01T15:46:50.954" v="1096" actId="20577"/>
        <pc:sldMkLst>
          <pc:docMk/>
          <pc:sldMk cId="86789223" sldId="310"/>
        </pc:sldMkLst>
        <pc:graphicFrameChg chg="modGraphic">
          <ac:chgData name="Jayanth T" userId="c677aebba0b39ac0" providerId="LiveId" clId="{A50E3A02-9AD0-4573-A5DA-B6EBC8148CAD}" dt="2026-10-01T15:46:50.954" v="1096" actId="20577"/>
          <ac:graphicFrameMkLst>
            <pc:docMk/>
            <pc:sldMk cId="86789223" sldId="310"/>
            <ac:graphicFrameMk id="201" creationId="{00000000-0000-0000-0000-000000000000}"/>
          </ac:graphicFrameMkLst>
        </pc:graphicFrameChg>
      </pc:sldChg>
      <pc:sldChg chg="modSp mod">
        <pc:chgData name="Jayanth T" userId="c677aebba0b39ac0" providerId="LiveId" clId="{A50E3A02-9AD0-4573-A5DA-B6EBC8148CAD}" dt="2026-10-01T15:42:57.281" v="974" actId="14100"/>
        <pc:sldMkLst>
          <pc:docMk/>
          <pc:sldMk cId="86789223" sldId="311"/>
        </pc:sldMkLst>
        <pc:spChg chg="mod">
          <ac:chgData name="Jayanth T" userId="c677aebba0b39ac0" providerId="LiveId" clId="{A50E3A02-9AD0-4573-A5DA-B6EBC8148CAD}" dt="2026-10-01T15:41:20.854" v="959" actId="1076"/>
          <ac:spMkLst>
            <pc:docMk/>
            <pc:sldMk cId="86789223" sldId="311"/>
            <ac:spMk id="201" creationId="{00000000-0000-0000-0000-000000000000}"/>
          </ac:spMkLst>
        </pc:spChg>
        <pc:spChg chg="mod">
          <ac:chgData name="Jayanth T" userId="c677aebba0b39ac0" providerId="LiveId" clId="{A50E3A02-9AD0-4573-A5DA-B6EBC8148CAD}" dt="2026-10-01T15:41:32.917" v="961" actId="14100"/>
          <ac:spMkLst>
            <pc:docMk/>
            <pc:sldMk cId="86789223" sldId="311"/>
            <ac:spMk id="202" creationId="{00000000-0000-0000-0000-000000000000}"/>
          </ac:spMkLst>
        </pc:spChg>
        <pc:spChg chg="mod">
          <ac:chgData name="Jayanth T" userId="c677aebba0b39ac0" providerId="LiveId" clId="{A50E3A02-9AD0-4573-A5DA-B6EBC8148CAD}" dt="2026-10-01T15:42:39.855" v="973" actId="14100"/>
          <ac:spMkLst>
            <pc:docMk/>
            <pc:sldMk cId="86789223" sldId="311"/>
            <ac:spMk id="203" creationId="{00000000-0000-0000-0000-000000000000}"/>
          </ac:spMkLst>
        </pc:spChg>
        <pc:spChg chg="mod">
          <ac:chgData name="Jayanth T" userId="c677aebba0b39ac0" providerId="LiveId" clId="{A50E3A02-9AD0-4573-A5DA-B6EBC8148CAD}" dt="2026-10-01T15:42:57.281" v="974" actId="14100"/>
          <ac:spMkLst>
            <pc:docMk/>
            <pc:sldMk cId="86789223" sldId="311"/>
            <ac:spMk id="204" creationId="{00000000-0000-0000-0000-000000000000}"/>
          </ac:spMkLst>
        </pc:spChg>
      </pc:sldChg>
      <pc:sldChg chg="delSp modSp mod">
        <pc:chgData name="Jayanth T" userId="c677aebba0b39ac0" providerId="LiveId" clId="{A50E3A02-9AD0-4573-A5DA-B6EBC8148CAD}" dt="2026-10-01T15:02:37.726" v="692" actId="1076"/>
        <pc:sldMkLst>
          <pc:docMk/>
          <pc:sldMk cId="86789223" sldId="312"/>
        </pc:sldMkLst>
        <pc:spChg chg="mod">
          <ac:chgData name="Jayanth T" userId="c677aebba0b39ac0" providerId="LiveId" clId="{A50E3A02-9AD0-4573-A5DA-B6EBC8148CAD}" dt="2026-10-01T14:57:25.374" v="653" actId="1076"/>
          <ac:spMkLst>
            <pc:docMk/>
            <pc:sldMk cId="86789223" sldId="312"/>
            <ac:spMk id="201" creationId="{00000000-0000-0000-0000-000000000000}"/>
          </ac:spMkLst>
        </pc:spChg>
        <pc:spChg chg="mod">
          <ac:chgData name="Jayanth T" userId="c677aebba0b39ac0" providerId="LiveId" clId="{A50E3A02-9AD0-4573-A5DA-B6EBC8148CAD}" dt="2026-10-01T15:02:37.726" v="692" actId="1076"/>
          <ac:spMkLst>
            <pc:docMk/>
            <pc:sldMk cId="86789223" sldId="312"/>
            <ac:spMk id="202" creationId="{00000000-0000-0000-0000-000000000000}"/>
          </ac:spMkLst>
        </pc:spChg>
        <pc:spChg chg="mod">
          <ac:chgData name="Jayanth T" userId="c677aebba0b39ac0" providerId="LiveId" clId="{A50E3A02-9AD0-4573-A5DA-B6EBC8148CAD}" dt="2026-10-01T14:57:18.005" v="651" actId="14100"/>
          <ac:spMkLst>
            <pc:docMk/>
            <pc:sldMk cId="86789223" sldId="312"/>
            <ac:spMk id="204" creationId="{00000000-0000-0000-0000-000000000000}"/>
          </ac:spMkLst>
        </pc:spChg>
        <pc:spChg chg="mod">
          <ac:chgData name="Jayanth T" userId="c677aebba0b39ac0" providerId="LiveId" clId="{A50E3A02-9AD0-4573-A5DA-B6EBC8148CAD}" dt="2026-10-01T14:56:55.763" v="648" actId="1076"/>
          <ac:spMkLst>
            <pc:docMk/>
            <pc:sldMk cId="86789223" sldId="312"/>
            <ac:spMk id="205" creationId="{00000000-0000-0000-0000-000000000000}"/>
          </ac:spMkLst>
        </pc:spChg>
        <pc:graphicFrameChg chg="del mod modGraphic">
          <ac:chgData name="Jayanth T" userId="c677aebba0b39ac0" providerId="LiveId" clId="{A50E3A02-9AD0-4573-A5DA-B6EBC8148CAD}" dt="2026-10-01T14:56:23.005" v="638" actId="478"/>
          <ac:graphicFrameMkLst>
            <pc:docMk/>
            <pc:sldMk cId="86789223" sldId="312"/>
            <ac:graphicFrameMk id="203" creationId="{00000000-0000-0000-0000-000000000000}"/>
          </ac:graphicFrameMkLst>
        </pc:graphicFrameChg>
      </pc:sldChg>
      <pc:sldChg chg="modSp mod">
        <pc:chgData name="Jayanth T" userId="c677aebba0b39ac0" providerId="LiveId" clId="{A50E3A02-9AD0-4573-A5DA-B6EBC8148CAD}" dt="2026-10-01T15:04:07.864" v="703" actId="255"/>
        <pc:sldMkLst>
          <pc:docMk/>
          <pc:sldMk cId="86789223" sldId="313"/>
        </pc:sldMkLst>
        <pc:spChg chg="mod">
          <ac:chgData name="Jayanth T" userId="c677aebba0b39ac0" providerId="LiveId" clId="{A50E3A02-9AD0-4573-A5DA-B6EBC8148CAD}" dt="2026-10-01T10:45:59.187" v="551" actId="1076"/>
          <ac:spMkLst>
            <pc:docMk/>
            <pc:sldMk cId="86789223" sldId="313"/>
            <ac:spMk id="201" creationId="{00000000-0000-0000-0000-000000000000}"/>
          </ac:spMkLst>
        </pc:spChg>
        <pc:spChg chg="mod">
          <ac:chgData name="Jayanth T" userId="c677aebba0b39ac0" providerId="LiveId" clId="{A50E3A02-9AD0-4573-A5DA-B6EBC8148CAD}" dt="2026-10-01T15:02:56.546" v="694" actId="1076"/>
          <ac:spMkLst>
            <pc:docMk/>
            <pc:sldMk cId="86789223" sldId="313"/>
            <ac:spMk id="202" creationId="{00000000-0000-0000-0000-000000000000}"/>
          </ac:spMkLst>
        </pc:spChg>
        <pc:spChg chg="mod">
          <ac:chgData name="Jayanth T" userId="c677aebba0b39ac0" providerId="LiveId" clId="{A50E3A02-9AD0-4573-A5DA-B6EBC8148CAD}" dt="2026-10-01T15:04:07.864" v="703" actId="255"/>
          <ac:spMkLst>
            <pc:docMk/>
            <pc:sldMk cId="86789223" sldId="313"/>
            <ac:spMk id="204" creationId="{00000000-0000-0000-0000-000000000000}"/>
          </ac:spMkLst>
        </pc:spChg>
        <pc:spChg chg="mod">
          <ac:chgData name="Jayanth T" userId="c677aebba0b39ac0" providerId="LiveId" clId="{A50E3A02-9AD0-4573-A5DA-B6EBC8148CAD}" dt="2026-10-01T15:00:22.695" v="672" actId="1076"/>
          <ac:spMkLst>
            <pc:docMk/>
            <pc:sldMk cId="86789223" sldId="313"/>
            <ac:spMk id="205" creationId="{00000000-0000-0000-0000-000000000000}"/>
          </ac:spMkLst>
        </pc:spChg>
        <pc:spChg chg="mod">
          <ac:chgData name="Jayanth T" userId="c677aebba0b39ac0" providerId="LiveId" clId="{A50E3A02-9AD0-4573-A5DA-B6EBC8148CAD}" dt="2026-10-01T15:03:36.038" v="701" actId="2711"/>
          <ac:spMkLst>
            <pc:docMk/>
            <pc:sldMk cId="86789223" sldId="313"/>
            <ac:spMk id="206" creationId="{00000000-0000-0000-0000-000000000000}"/>
          </ac:spMkLst>
        </pc:spChg>
        <pc:spChg chg="mod">
          <ac:chgData name="Jayanth T" userId="c677aebba0b39ac0" providerId="LiveId" clId="{A50E3A02-9AD0-4573-A5DA-B6EBC8148CAD}" dt="2026-10-01T15:03:10.328" v="696" actId="27636"/>
          <ac:spMkLst>
            <pc:docMk/>
            <pc:sldMk cId="86789223" sldId="313"/>
            <ac:spMk id="207" creationId="{00000000-0000-0000-0000-000000000000}"/>
          </ac:spMkLst>
        </pc:spChg>
      </pc:sldChg>
      <pc:sldChg chg="delSp modSp mod">
        <pc:chgData name="Jayanth T" userId="c677aebba0b39ac0" providerId="LiveId" clId="{A50E3A02-9AD0-4573-A5DA-B6EBC8148CAD}" dt="2026-10-01T15:31:56.406" v="914" actId="20577"/>
        <pc:sldMkLst>
          <pc:docMk/>
          <pc:sldMk cId="86789223" sldId="314"/>
        </pc:sldMkLst>
        <pc:spChg chg="mod">
          <ac:chgData name="Jayanth T" userId="c677aebba0b39ac0" providerId="LiveId" clId="{A50E3A02-9AD0-4573-A5DA-B6EBC8148CAD}" dt="2026-10-01T15:05:40.273" v="709" actId="1076"/>
          <ac:spMkLst>
            <pc:docMk/>
            <pc:sldMk cId="86789223" sldId="314"/>
            <ac:spMk id="201" creationId="{00000000-0000-0000-0000-000000000000}"/>
          </ac:spMkLst>
        </pc:spChg>
        <pc:spChg chg="mod">
          <ac:chgData name="Jayanth T" userId="c677aebba0b39ac0" providerId="LiveId" clId="{A50E3A02-9AD0-4573-A5DA-B6EBC8148CAD}" dt="2026-10-01T15:05:59.642" v="712" actId="2710"/>
          <ac:spMkLst>
            <pc:docMk/>
            <pc:sldMk cId="86789223" sldId="314"/>
            <ac:spMk id="202" creationId="{00000000-0000-0000-0000-000000000000}"/>
          </ac:spMkLst>
        </pc:spChg>
        <pc:spChg chg="mod">
          <ac:chgData name="Jayanth T" userId="c677aebba0b39ac0" providerId="LiveId" clId="{A50E3A02-9AD0-4573-A5DA-B6EBC8148CAD}" dt="2026-10-01T15:07:04.470" v="719" actId="20577"/>
          <ac:spMkLst>
            <pc:docMk/>
            <pc:sldMk cId="86789223" sldId="314"/>
            <ac:spMk id="204" creationId="{00000000-0000-0000-0000-000000000000}"/>
          </ac:spMkLst>
        </pc:spChg>
        <pc:spChg chg="mod">
          <ac:chgData name="Jayanth T" userId="c677aebba0b39ac0" providerId="LiveId" clId="{A50E3A02-9AD0-4573-A5DA-B6EBC8148CAD}" dt="2026-10-01T15:07:55.266" v="730" actId="313"/>
          <ac:spMkLst>
            <pc:docMk/>
            <pc:sldMk cId="86789223" sldId="314"/>
            <ac:spMk id="206" creationId="{00000000-0000-0000-0000-000000000000}"/>
          </ac:spMkLst>
        </pc:spChg>
        <pc:spChg chg="mod">
          <ac:chgData name="Jayanth T" userId="c677aebba0b39ac0" providerId="LiveId" clId="{A50E3A02-9AD0-4573-A5DA-B6EBC8148CAD}" dt="2026-10-01T15:09:18.861" v="740" actId="20577"/>
          <ac:spMkLst>
            <pc:docMk/>
            <pc:sldMk cId="86789223" sldId="314"/>
            <ac:spMk id="208" creationId="{00000000-0000-0000-0000-000000000000}"/>
          </ac:spMkLst>
        </pc:spChg>
        <pc:spChg chg="mod">
          <ac:chgData name="Jayanth T" userId="c677aebba0b39ac0" providerId="LiveId" clId="{A50E3A02-9AD0-4573-A5DA-B6EBC8148CAD}" dt="2026-10-01T15:22:51.218" v="843" actId="14100"/>
          <ac:spMkLst>
            <pc:docMk/>
            <pc:sldMk cId="86789223" sldId="314"/>
            <ac:spMk id="209" creationId="{00000000-0000-0000-0000-000000000000}"/>
          </ac:spMkLst>
        </pc:spChg>
        <pc:spChg chg="mod">
          <ac:chgData name="Jayanth T" userId="c677aebba0b39ac0" providerId="LiveId" clId="{A50E3A02-9AD0-4573-A5DA-B6EBC8148CAD}" dt="2026-10-01T15:31:56.406" v="914" actId="20577"/>
          <ac:spMkLst>
            <pc:docMk/>
            <pc:sldMk cId="86789223" sldId="314"/>
            <ac:spMk id="210" creationId="{00000000-0000-0000-0000-000000000000}"/>
          </ac:spMkLst>
        </pc:spChg>
        <pc:grpChg chg="mod">
          <ac:chgData name="Jayanth T" userId="c677aebba0b39ac0" providerId="LiveId" clId="{A50E3A02-9AD0-4573-A5DA-B6EBC8148CAD}" dt="2026-10-01T15:08:46.356" v="739" actId="1076"/>
          <ac:grpSpMkLst>
            <pc:docMk/>
            <pc:sldMk cId="86789223" sldId="314"/>
            <ac:grpSpMk id="4" creationId="{2B9EFFBF-7726-ED21-BD6C-4021B49E4438}"/>
          </ac:grpSpMkLst>
        </pc:grpChg>
        <pc:graphicFrameChg chg="del modGraphic">
          <ac:chgData name="Jayanth T" userId="c677aebba0b39ac0" providerId="LiveId" clId="{A50E3A02-9AD0-4573-A5DA-B6EBC8148CAD}" dt="2026-10-01T15:22:43.467" v="842" actId="478"/>
          <ac:graphicFrameMkLst>
            <pc:docMk/>
            <pc:sldMk cId="86789223" sldId="314"/>
            <ac:graphicFrameMk id="211" creationId="{00000000-0000-0000-0000-000000000000}"/>
          </ac:graphicFrameMkLst>
        </pc:graphicFrameChg>
      </pc:sldChg>
      <pc:sldChg chg="addSp delSp modSp mod">
        <pc:chgData name="Jayanth T" userId="c677aebba0b39ac0" providerId="LiveId" clId="{A50E3A02-9AD0-4573-A5DA-B6EBC8148CAD}" dt="2026-10-01T15:36:26.339" v="946" actId="14100"/>
        <pc:sldMkLst>
          <pc:docMk/>
          <pc:sldMk cId="86789223" sldId="315"/>
        </pc:sldMkLst>
        <pc:spChg chg="mod">
          <ac:chgData name="Jayanth T" userId="c677aebba0b39ac0" providerId="LiveId" clId="{A50E3A02-9AD0-4573-A5DA-B6EBC8148CAD}" dt="2026-10-01T15:25:34.164" v="866" actId="14100"/>
          <ac:spMkLst>
            <pc:docMk/>
            <pc:sldMk cId="86789223" sldId="315"/>
            <ac:spMk id="201" creationId="{00000000-0000-0000-0000-000000000000}"/>
          </ac:spMkLst>
        </pc:spChg>
        <pc:spChg chg="mod">
          <ac:chgData name="Jayanth T" userId="c677aebba0b39ac0" providerId="LiveId" clId="{A50E3A02-9AD0-4573-A5DA-B6EBC8148CAD}" dt="2026-10-01T15:26:01.683" v="871" actId="27636"/>
          <ac:spMkLst>
            <pc:docMk/>
            <pc:sldMk cId="86789223" sldId="315"/>
            <ac:spMk id="202" creationId="{00000000-0000-0000-0000-000000000000}"/>
          </ac:spMkLst>
        </pc:spChg>
        <pc:spChg chg="mod">
          <ac:chgData name="Jayanth T" userId="c677aebba0b39ac0" providerId="LiveId" clId="{A50E3A02-9AD0-4573-A5DA-B6EBC8148CAD}" dt="2026-10-01T15:35:08.051" v="933" actId="14100"/>
          <ac:spMkLst>
            <pc:docMk/>
            <pc:sldMk cId="86789223" sldId="315"/>
            <ac:spMk id="203" creationId="{00000000-0000-0000-0000-000000000000}"/>
          </ac:spMkLst>
        </pc:spChg>
        <pc:spChg chg="mod">
          <ac:chgData name="Jayanth T" userId="c677aebba0b39ac0" providerId="LiveId" clId="{A50E3A02-9AD0-4573-A5DA-B6EBC8148CAD}" dt="2026-10-01T15:35:16.054" v="936" actId="2710"/>
          <ac:spMkLst>
            <pc:docMk/>
            <pc:sldMk cId="86789223" sldId="315"/>
            <ac:spMk id="204" creationId="{00000000-0000-0000-0000-000000000000}"/>
          </ac:spMkLst>
        </pc:spChg>
        <pc:spChg chg="mod">
          <ac:chgData name="Jayanth T" userId="c677aebba0b39ac0" providerId="LiveId" clId="{A50E3A02-9AD0-4573-A5DA-B6EBC8148CAD}" dt="2026-10-01T15:35:08.601" v="934" actId="1076"/>
          <ac:spMkLst>
            <pc:docMk/>
            <pc:sldMk cId="86789223" sldId="315"/>
            <ac:spMk id="205" creationId="{00000000-0000-0000-0000-000000000000}"/>
          </ac:spMkLst>
        </pc:spChg>
        <pc:spChg chg="add del mod">
          <ac:chgData name="Jayanth T" userId="c677aebba0b39ac0" providerId="LiveId" clId="{A50E3A02-9AD0-4573-A5DA-B6EBC8148CAD}" dt="2026-10-01T15:35:09.571" v="935" actId="1076"/>
          <ac:spMkLst>
            <pc:docMk/>
            <pc:sldMk cId="86789223" sldId="315"/>
            <ac:spMk id="206" creationId="{00000000-0000-0000-0000-000000000000}"/>
          </ac:spMkLst>
        </pc:spChg>
        <pc:spChg chg="mod">
          <ac:chgData name="Jayanth T" userId="c677aebba0b39ac0" providerId="LiveId" clId="{A50E3A02-9AD0-4573-A5DA-B6EBC8148CAD}" dt="2026-10-01T15:36:15.001" v="945" actId="1076"/>
          <ac:spMkLst>
            <pc:docMk/>
            <pc:sldMk cId="86789223" sldId="315"/>
            <ac:spMk id="207" creationId="{00000000-0000-0000-0000-000000000000}"/>
          </ac:spMkLst>
        </pc:spChg>
        <pc:spChg chg="mod">
          <ac:chgData name="Jayanth T" userId="c677aebba0b39ac0" providerId="LiveId" clId="{A50E3A02-9AD0-4573-A5DA-B6EBC8148CAD}" dt="2026-10-01T15:36:26.339" v="946" actId="14100"/>
          <ac:spMkLst>
            <pc:docMk/>
            <pc:sldMk cId="86789223" sldId="315"/>
            <ac:spMk id="208" creationId="{00000000-0000-0000-0000-000000000000}"/>
          </ac:spMkLst>
        </pc:spChg>
      </pc:sldChg>
      <pc:sldChg chg="del">
        <pc:chgData name="Jayanth T" userId="c677aebba0b39ac0" providerId="LiveId" clId="{A50E3A02-9AD0-4573-A5DA-B6EBC8148CAD}" dt="2026-10-01T15:38:23.410" v="947" actId="2696"/>
        <pc:sldMkLst>
          <pc:docMk/>
          <pc:sldMk cId="86789223" sldId="316"/>
        </pc:sldMkLst>
      </pc:sldChg>
      <pc:sldChg chg="addSp delSp modSp mod">
        <pc:chgData name="Jayanth T" userId="c677aebba0b39ac0" providerId="LiveId" clId="{A50E3A02-9AD0-4573-A5DA-B6EBC8148CAD}" dt="2026-09-30T16:55:26.892" v="303" actId="1076"/>
        <pc:sldMkLst>
          <pc:docMk/>
          <pc:sldMk cId="214074604" sldId="320"/>
        </pc:sldMkLst>
        <pc:spChg chg="mod">
          <ac:chgData name="Jayanth T" userId="c677aebba0b39ac0" providerId="LiveId" clId="{A50E3A02-9AD0-4573-A5DA-B6EBC8148CAD}" dt="2026-09-30T16:55:09.591" v="299" actId="1076"/>
          <ac:spMkLst>
            <pc:docMk/>
            <pc:sldMk cId="214074604" sldId="320"/>
            <ac:spMk id="10" creationId="{F51BD76A-14D7-D33C-BC88-0D48BBA82226}"/>
          </ac:spMkLst>
        </pc:spChg>
        <pc:spChg chg="mod">
          <ac:chgData name="Jayanth T" userId="c677aebba0b39ac0" providerId="LiveId" clId="{A50E3A02-9AD0-4573-A5DA-B6EBC8148CAD}" dt="2026-09-30T16:55:26.892" v="303" actId="1076"/>
          <ac:spMkLst>
            <pc:docMk/>
            <pc:sldMk cId="214074604" sldId="320"/>
            <ac:spMk id="14" creationId="{816A8EA8-5288-FB4B-8FC0-0343358113E8}"/>
          </ac:spMkLst>
        </pc:spChg>
        <pc:grpChg chg="mod">
          <ac:chgData name="Jayanth T" userId="c677aebba0b39ac0" providerId="LiveId" clId="{A50E3A02-9AD0-4573-A5DA-B6EBC8148CAD}" dt="2026-09-30T16:55:21.302" v="302" actId="1076"/>
          <ac:grpSpMkLst>
            <pc:docMk/>
            <pc:sldMk cId="214074604" sldId="320"/>
            <ac:grpSpMk id="6" creationId="{7B0B4438-1C11-5F76-0FAD-8493E6EE484C}"/>
          </ac:grpSpMkLst>
        </pc:grpChg>
        <pc:graphicFrameChg chg="add mod">
          <ac:chgData name="Jayanth T" userId="c677aebba0b39ac0" providerId="LiveId" clId="{A50E3A02-9AD0-4573-A5DA-B6EBC8148CAD}" dt="2026-09-30T16:48:18.268" v="238"/>
          <ac:graphicFrameMkLst>
            <pc:docMk/>
            <pc:sldMk cId="214074604" sldId="320"/>
            <ac:graphicFrameMk id="3" creationId="{087EB2E2-8565-1500-F6CB-4BAB91A7AFC0}"/>
          </ac:graphicFrameMkLst>
        </pc:graphicFrameChg>
        <pc:graphicFrameChg chg="add mod modGraphic">
          <ac:chgData name="Jayanth T" userId="c677aebba0b39ac0" providerId="LiveId" clId="{A50E3A02-9AD0-4573-A5DA-B6EBC8148CAD}" dt="2026-09-30T16:54:42.006" v="294" actId="1076"/>
          <ac:graphicFrameMkLst>
            <pc:docMk/>
            <pc:sldMk cId="214074604" sldId="320"/>
            <ac:graphicFrameMk id="4" creationId="{9BACBA69-A3E6-46CE-E29E-D7A5C21301A3}"/>
          </ac:graphicFrameMkLst>
        </pc:graphicFrameChg>
        <pc:picChg chg="mod">
          <ac:chgData name="Jayanth T" userId="c677aebba0b39ac0" providerId="LiveId" clId="{A50E3A02-9AD0-4573-A5DA-B6EBC8148CAD}" dt="2026-09-30T16:55:09.218" v="298" actId="1076"/>
          <ac:picMkLst>
            <pc:docMk/>
            <pc:sldMk cId="214074604" sldId="320"/>
            <ac:picMk id="9" creationId="{1D0D4B2C-53C7-862E-EB02-000CA5C1CC5B}"/>
          </ac:picMkLst>
        </pc:picChg>
        <pc:picChg chg="add del mod">
          <ac:chgData name="Jayanth T" userId="c677aebba0b39ac0" providerId="LiveId" clId="{A50E3A02-9AD0-4573-A5DA-B6EBC8148CAD}" dt="2026-09-30T16:49:04.134" v="242" actId="478"/>
          <ac:picMkLst>
            <pc:docMk/>
            <pc:sldMk cId="214074604" sldId="320"/>
            <ac:picMk id="13" creationId="{36053FDE-6879-6C96-65BE-BDDA7F2CEE87}"/>
          </ac:picMkLst>
        </pc:picChg>
      </pc:sldChg>
      <pc:sldChg chg="modSp mod">
        <pc:chgData name="Jayanth T" userId="c677aebba0b39ac0" providerId="LiveId" clId="{A50E3A02-9AD0-4573-A5DA-B6EBC8148CAD}" dt="2026-09-30T15:26:38.783" v="55" actId="1076"/>
        <pc:sldMkLst>
          <pc:docMk/>
          <pc:sldMk cId="1730538887" sldId="321"/>
        </pc:sldMkLst>
        <pc:spChg chg="mod">
          <ac:chgData name="Jayanth T" userId="c677aebba0b39ac0" providerId="LiveId" clId="{A50E3A02-9AD0-4573-A5DA-B6EBC8148CAD}" dt="2026-09-30T15:26:38.783" v="55" actId="1076"/>
          <ac:spMkLst>
            <pc:docMk/>
            <pc:sldMk cId="1730538887" sldId="321"/>
            <ac:spMk id="3" creationId="{12E0F2EA-2F09-7338-F281-F977372B17AC}"/>
          </ac:spMkLst>
        </pc:spChg>
      </pc:sldChg>
      <pc:sldChg chg="modSp mod">
        <pc:chgData name="Jayanth T" userId="c677aebba0b39ac0" providerId="LiveId" clId="{A50E3A02-9AD0-4573-A5DA-B6EBC8148CAD}" dt="2026-10-01T15:40:57.344" v="957" actId="2710"/>
        <pc:sldMkLst>
          <pc:docMk/>
          <pc:sldMk cId="1469041741" sldId="322"/>
        </pc:sldMkLst>
        <pc:spChg chg="mod">
          <ac:chgData name="Jayanth T" userId="c677aebba0b39ac0" providerId="LiveId" clId="{A50E3A02-9AD0-4573-A5DA-B6EBC8148CAD}" dt="2026-10-01T15:40:57.344" v="957" actId="2710"/>
          <ac:spMkLst>
            <pc:docMk/>
            <pc:sldMk cId="1469041741" sldId="322"/>
            <ac:spMk id="3" creationId="{3261D4C2-1000-014E-6D72-3BF828BD4D2D}"/>
          </ac:spMkLst>
        </pc:spChg>
      </pc:sldChg>
      <pc:sldChg chg="new del">
        <pc:chgData name="Jayanth T" userId="c677aebba0b39ac0" providerId="LiveId" clId="{A50E3A02-9AD0-4573-A5DA-B6EBC8148CAD}" dt="2026-10-01T15:28:36.805" v="890" actId="680"/>
        <pc:sldMkLst>
          <pc:docMk/>
          <pc:sldMk cId="3323334536" sldId="3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0" y="1668584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 - 2 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705600" y="5105400"/>
            <a:ext cx="3179955" cy="23316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3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T.HARSHA     (25B11AIB93)</a:t>
            </a:r>
          </a:p>
          <a:p>
            <a:pPr algn="just">
              <a:lnSpc>
                <a:spcPct val="15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T.JAYANTH    (25B11AIB70)</a:t>
            </a:r>
          </a:p>
          <a:p>
            <a:pPr algn="just">
              <a:lnSpc>
                <a:spcPct val="15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R.DEVESH     (25B11AIA75)  </a:t>
            </a:r>
          </a:p>
          <a:p>
            <a:pPr algn="just">
              <a:lnSpc>
                <a:spcPct val="15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S,ANITHA      (25B11AIB17)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AA8DE-6366-439B-0E19-C09D4E8D80F0}"/>
              </a:ext>
            </a:extLst>
          </p:cNvPr>
          <p:cNvSpPr txBox="1"/>
          <p:nvPr/>
        </p:nvSpPr>
        <p:spPr>
          <a:xfrm>
            <a:off x="571499" y="3573781"/>
            <a:ext cx="9372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COMMERCE ORDER MANAGEMENT SYSTEM</a:t>
            </a:r>
            <a:endParaRPr lang="en-I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B97C9-2D59-3980-AEF8-F05A2C2A4D65}"/>
              </a:ext>
            </a:extLst>
          </p:cNvPr>
          <p:cNvSpPr txBox="1"/>
          <p:nvPr/>
        </p:nvSpPr>
        <p:spPr>
          <a:xfrm>
            <a:off x="-914400" y="6575184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US" sz="20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20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Artificial Intelligence &amp; Machine Learning</a:t>
            </a:r>
            <a:endParaRPr lang="en-US" sz="20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7B366-42A1-42D2-0E52-3036C47B6FA7}"/>
              </a:ext>
            </a:extLst>
          </p:cNvPr>
          <p:cNvSpPr txBox="1"/>
          <p:nvPr/>
        </p:nvSpPr>
        <p:spPr>
          <a:xfrm>
            <a:off x="200723" y="5681269"/>
            <a:ext cx="533399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dirty="0">
                <a:solidFill>
                  <a:srgbClr val="17375E"/>
                </a:solidFill>
                <a:latin typeface="Times New Roman"/>
                <a:cs typeface="Times New Roman"/>
              </a:rPr>
              <a:t>Guided by : Mrs. G. L. </a:t>
            </a:r>
            <a:r>
              <a:rPr lang="en-IN" sz="2000" dirty="0" err="1">
                <a:solidFill>
                  <a:srgbClr val="17375E"/>
                </a:solidFill>
                <a:latin typeface="Times New Roman"/>
                <a:cs typeface="Times New Roman"/>
              </a:rPr>
              <a:t>Narasamba</a:t>
            </a:r>
            <a:r>
              <a:rPr lang="en-IN" sz="2000" dirty="0">
                <a:solidFill>
                  <a:srgbClr val="17375E"/>
                </a:solidFill>
                <a:latin typeface="Times New Roman"/>
                <a:cs typeface="Times New Roman"/>
              </a:rPr>
              <a:t> </a:t>
            </a:r>
            <a:r>
              <a:rPr lang="en-IN" sz="2000" dirty="0" err="1">
                <a:solidFill>
                  <a:srgbClr val="17375E"/>
                </a:solidFill>
                <a:latin typeface="Times New Roman"/>
                <a:cs typeface="Times New Roman"/>
              </a:rPr>
              <a:t>Vanguri</a:t>
            </a:r>
            <a:endParaRPr lang="en-IN" sz="2000" dirty="0">
              <a:solidFill>
                <a:srgbClr val="17375E"/>
              </a:solidFill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dirty="0">
                <a:solidFill>
                  <a:srgbClr val="17375E"/>
                </a:solidFill>
                <a:latin typeface="Times New Roman"/>
                <a:cs typeface="Times New Roman"/>
              </a:rPr>
              <a:t>Co-Guided by : Dr. P. V. V. S. D. </a:t>
            </a:r>
            <a:r>
              <a:rPr lang="en-IN" sz="2000" dirty="0" err="1">
                <a:solidFill>
                  <a:srgbClr val="17375E"/>
                </a:solidFill>
                <a:latin typeface="Times New Roman"/>
                <a:cs typeface="Times New Roman"/>
              </a:rPr>
              <a:t>Nagendrudu</a:t>
            </a:r>
            <a:endParaRPr lang="en-IN" sz="2000" dirty="0">
              <a:solidFill>
                <a:srgbClr val="17375E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5142" y="1377940"/>
            <a:ext cx="4565570" cy="60952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Definition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&amp; Relationships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Schema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(1NF – 3NF)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&amp; Foreign Keys</a:t>
            </a:r>
          </a:p>
          <a:p>
            <a:pPr marL="469900" indent="-457200"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Repository &amp; Team</a:t>
            </a:r>
          </a:p>
          <a:p>
            <a:pPr marL="469900" indent="-457200"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81600" y="1377940"/>
            <a:ext cx="4560385" cy="263277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Sample Data Insertion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DDL, DML &amp; DQL Operations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CRUD, Joins &amp; Aggregate Functions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Views, Integrity &amp; Validation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Documentation, Demo &amp; 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9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A979E7-EBDD-6946-A365-C0676272150F}"/>
              </a:ext>
            </a:extLst>
          </p:cNvPr>
          <p:cNvSpPr txBox="1"/>
          <p:nvPr/>
        </p:nvSpPr>
        <p:spPr>
          <a:xfrm>
            <a:off x="290750" y="873641"/>
            <a:ext cx="9143999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Management Order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DBMS project used to store and manage online shopping information digitally. It reduces manual work, avoids duplicate records, improves order tracking, and helps administrators access information quickly and accurately.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8B4C8-348F-7CBB-DC55-5542870DB480}"/>
              </a:ext>
            </a:extLst>
          </p:cNvPr>
          <p:cNvSpPr txBox="1"/>
          <p:nvPr/>
        </p:nvSpPr>
        <p:spPr>
          <a:xfrm>
            <a:off x="388143" y="3242746"/>
            <a:ext cx="5029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details of: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735766" y="343763"/>
            <a:ext cx="5103904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B87EC8-6482-09E7-1C8B-D4E149912431}"/>
              </a:ext>
            </a:extLst>
          </p:cNvPr>
          <p:cNvSpPr txBox="1"/>
          <p:nvPr/>
        </p:nvSpPr>
        <p:spPr>
          <a:xfrm>
            <a:off x="190500" y="994933"/>
            <a:ext cx="9677400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E-Commerce Management Order System is a database-based application designed to manage online shopping activities. It stores and organizes customer, product, order, payment, shipment, and review details in a centralized database. The system helps to manage orders efficiently, reduce manual work, avoid data duplication, and provide accurate information quickly.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8B1469-700B-9110-75A1-FD9A76C48D6C}"/>
              </a:ext>
            </a:extLst>
          </p:cNvPr>
          <p:cNvSpPr txBox="1"/>
          <p:nvPr/>
        </p:nvSpPr>
        <p:spPr>
          <a:xfrm>
            <a:off x="388143" y="4535848"/>
            <a:ext cx="50292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online shopping activities.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customer and product details.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orders, payments, and shipments.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customer reviews.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A07A-452D-8ECD-699B-F4625E61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0D38-2C25-6D34-8D07-6630433FF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1020025"/>
            <a:ext cx="2528570" cy="1092607"/>
          </a:xfr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  <a:b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0F2EA-2F09-7338-F281-F977372B1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750" y="1216578"/>
            <a:ext cx="9310450" cy="4329262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hospital activities manually can be difficult and time-consuming. Patient records may be lost or duplicated, appointments can be difficult to manage, and billing and medical information may contain errors. Therefore, a Hospital Management System is needed to organize and manage patient, doctor, appointment, treatment, and billing information efficiently.</a:t>
            </a:r>
          </a:p>
          <a:p>
            <a:pPr>
              <a:lnSpc>
                <a:spcPct val="200000"/>
              </a:lnSpc>
            </a:pPr>
            <a:endParaRPr lang="en-IN" sz="2400" b="0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358D7212-3861-F6BA-8695-5663DBFFC0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8A71F1EA-6C1C-A824-A82E-43275C3ABAF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C5C873BA-1128-B77B-E93A-84906A7544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06D4E34A-E9EC-6280-1AE4-5C7ED7A72DD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98D4C2DB-4977-B562-EF79-3646550C7E8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511D2E84-7061-85D0-7D2C-DF908AA510E1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4424BA0-8B6E-5E87-036B-C97F9E876313}"/>
              </a:ext>
            </a:extLst>
          </p:cNvPr>
          <p:cNvSpPr txBox="1"/>
          <p:nvPr/>
        </p:nvSpPr>
        <p:spPr>
          <a:xfrm>
            <a:off x="3352800" y="369319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53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2" name="TextBox 202"/>
          <p:cNvSpPr txBox="1"/>
          <p:nvPr/>
        </p:nvSpPr>
        <p:spPr>
          <a:xfrm>
            <a:off x="678640" y="1520000"/>
            <a:ext cx="2593706" cy="165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IN" sz="1220" dirty="0">
              <a:solidFill>
                <a:srgbClr val="4A4A4A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795F38-A5AD-0020-C194-9CA059579A84}"/>
              </a:ext>
            </a:extLst>
          </p:cNvPr>
          <p:cNvSpPr txBox="1"/>
          <p:nvPr/>
        </p:nvSpPr>
        <p:spPr>
          <a:xfrm>
            <a:off x="644571" y="1200181"/>
            <a:ext cx="899160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customer and product details.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orders and order items.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payment information.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order and delivery status.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data duplication.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quick access to required information using SQL queries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product availability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order status 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 DETAIL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01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007662"/>
              </p:ext>
            </p:extLst>
          </p:nvPr>
        </p:nvGraphicFramePr>
        <p:xfrm>
          <a:off x="339019" y="1078836"/>
          <a:ext cx="9306020" cy="60476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30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1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3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Entity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Attributes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CUSTOMER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Customer_ID, Customer_Name, Email, Phone, Address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Every customer registered on the e-commerce platform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PRODUCT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Product_ID, Product_Name, Category, Price, Stock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Products available for purchase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Category_ID, Category_Name, Description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Groups products such as Electronics, Clothing, Books, etc.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ORDERS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Order_ID, Customer_ID, Order_Date, Total_Amount, Status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 placed by a customer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ORDER_ITEM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Order_Item_ID, Order_ID, Product_ID, Quantity, Subtotal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Products included in each order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PAYMENT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Payment_ID, Order_ID, Payment_Date, Amount, Payment_Method, Payment_Status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details associated with an order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2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DELIVERY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Delivery_ID, Order_ID, Delivery_Address, Delivery_Date, Delivery_Status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Delivery information for an order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2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CART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Cart_ID, Customer_ID, Created_Date, Total_Amount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Shopping cart maintained by a customer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2" name="TextBox 202"/>
          <p:cNvSpPr txBox="1"/>
          <p:nvPr/>
        </p:nvSpPr>
        <p:spPr>
          <a:xfrm>
            <a:off x="376190" y="6400800"/>
            <a:ext cx="89611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IN" sz="1250" dirty="0">
              <a:solidFill>
                <a:srgbClr val="4A4A4A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2" name="TextBox 202"/>
          <p:cNvSpPr txBox="1"/>
          <p:nvPr/>
        </p:nvSpPr>
        <p:spPr>
          <a:xfrm>
            <a:off x="548640" y="7176681"/>
            <a:ext cx="896112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300" i="1" dirty="0">
                <a:solidFill>
                  <a:srgbClr val="4A4A4A"/>
                </a:solidFill>
                <a:latin typeface="Times New Roman"/>
                <a:cs typeface="Times New Roman"/>
              </a:rPr>
              <a:t>Rectangles = entities,  ellipses = attributes,  diamonds = relationships,  1 / N / M = cardinality,  underlined = primary key.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78CCC0-0BEF-A641-4DCC-9953B6740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997" y="982303"/>
            <a:ext cx="9145910" cy="609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704352" y="0"/>
            <a:ext cx="5029200" cy="981792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95182" y="157941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&amp; CARDINALITY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01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782142"/>
              </p:ext>
            </p:extLst>
          </p:nvPr>
        </p:nvGraphicFramePr>
        <p:xfrm>
          <a:off x="221575" y="759853"/>
          <a:ext cx="9615250" cy="657348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0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5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429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/>
                        <a:t>Relationship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/>
                        <a:t>Between entities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/>
                        <a:t>Cardinality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/>
                        <a:t>Foreign key placed in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30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/>
                        <a:t>has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CUSTOMER – CART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1 : 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CART.Customer_ID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30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/>
                        <a:t>contains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CART – CART_ITEM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CART_ITEM.Cart_ID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38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/>
                        <a:t>refers to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CART_ITEM – PRODUCT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N : 1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CART_ITEM.Product_ID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2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/>
                        <a:t>contains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ORDERS – ORDER_ITEM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ORDER_ITEM.Order_ID</a:t>
                      </a:r>
                      <a:endParaRPr lang="en-IN"/>
                    </a:p>
                  </a:txBody>
                  <a:tcPr anchor="ctr">
                    <a:lnL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E6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338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/>
                        <a:t>refers to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ORDER_ITEM – PRODUCT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N : 1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ORDER_ITEM.Product_ID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002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/>
                        <a:t>belongs to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CATEGORY – PRODUCT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PRODUCT.Category_ID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30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/>
                        <a:t>has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ORDERS – PAYMENT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1 : 1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PAYMENT.Order_ID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30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/>
                        <a:t>has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ORDERS – DELIVERY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1 : 1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DELIVERY.Order_ID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30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/>
                        <a:t>writes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CUSTOMER – REVIEW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REVIEW.Customer_ID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585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/>
                        <a:t>for</a:t>
                      </a:r>
                      <a:endParaRPr lang="en-IN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PRODUCT – REVIEW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1 : N</a:t>
                      </a:r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REVIEW.Product_ID</a:t>
                      </a:r>
                      <a:endParaRPr lang="en-IN" dirty="0"/>
                    </a:p>
                  </a:txBody>
                  <a:tcPr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2" name="TextBox 202"/>
          <p:cNvSpPr txBox="1"/>
          <p:nvPr/>
        </p:nvSpPr>
        <p:spPr>
          <a:xfrm>
            <a:off x="738392" y="6980199"/>
            <a:ext cx="8961120" cy="471449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IN" sz="1600" dirty="0">
              <a:solidFill>
                <a:srgbClr val="4A4A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2B2D-7BF9-B92D-496C-284A3FE86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1092607"/>
          </a:xfr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  <a:b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D34FAB12-DC53-182B-9C82-0D90555FD3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7B0B4438-1C11-5F76-0FAD-8493E6EE484C}"/>
              </a:ext>
            </a:extLst>
          </p:cNvPr>
          <p:cNvGrpSpPr/>
          <p:nvPr/>
        </p:nvGrpSpPr>
        <p:grpSpPr>
          <a:xfrm>
            <a:off x="2637357" y="-30129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CD862D69-E57C-5073-9607-2B04915566B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190C0F65-100C-F0A4-DAEC-C6482B9604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1D0D4B2C-53C7-862E-EB02-000CA5C1CC5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F51BD76A-14D7-D33C-BC88-0D48BBA8222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16A8EA8-5288-FB4B-8FC0-0343358113E8}"/>
              </a:ext>
            </a:extLst>
          </p:cNvPr>
          <p:cNvSpPr txBox="1"/>
          <p:nvPr/>
        </p:nvSpPr>
        <p:spPr>
          <a:xfrm>
            <a:off x="2580655" y="232639"/>
            <a:ext cx="50292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SCHEMA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ACBA69-A3E6-46CE-E29E-D7A5C2130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011898"/>
              </p:ext>
            </p:extLst>
          </p:nvPr>
        </p:nvGraphicFramePr>
        <p:xfrm>
          <a:off x="238798" y="871044"/>
          <a:ext cx="9576039" cy="667512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586216259"/>
                    </a:ext>
                  </a:extLst>
                </a:gridCol>
                <a:gridCol w="4117142">
                  <a:extLst>
                    <a:ext uri="{9D8B030D-6E8A-4147-A177-3AD203B41FA5}">
                      <a16:colId xmlns:a16="http://schemas.microsoft.com/office/drawing/2014/main" val="3707606524"/>
                    </a:ext>
                  </a:extLst>
                </a:gridCol>
                <a:gridCol w="4117142">
                  <a:extLst>
                    <a:ext uri="{9D8B030D-6E8A-4147-A177-3AD203B41FA5}">
                      <a16:colId xmlns:a16="http://schemas.microsoft.com/office/drawing/2014/main" val="3426314892"/>
                    </a:ext>
                  </a:extLst>
                </a:gridCol>
              </a:tblGrid>
              <a:tr h="32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Relation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Relational schema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576775"/>
                  </a:ext>
                </a:extLst>
              </a:tr>
              <a:tr h="623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Customer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(Customer_ID, Customer_Name, Email, Phone, Address)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PK:</a:t>
                      </a:r>
                      <a:r>
                        <a:rPr lang="en-IN"/>
                        <a:t> Customer_ID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27878"/>
                  </a:ext>
                </a:extLst>
              </a:tr>
              <a:tr h="569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 (Category_ID, Category_Name, Description)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PK:</a:t>
                      </a:r>
                      <a:r>
                        <a:rPr lang="en-IN"/>
                        <a:t> Category_ID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835601"/>
                  </a:ext>
                </a:extLst>
              </a:tr>
              <a:tr h="569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Product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 (Product_ID, Product_Name, Category_ID, Price, Stock)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PK: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Product_ID</a:t>
                      </a:r>
                      <a:r>
                        <a:rPr lang="en-IN" dirty="0"/>
                        <a:t> </a:t>
                      </a:r>
                      <a:r>
                        <a:rPr lang="en-IN" b="1" dirty="0"/>
                        <a:t>FK: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Category_ID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759619"/>
                  </a:ext>
                </a:extLst>
              </a:tr>
              <a:tr h="569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Orders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 (Order_ID, Customer_ID, Order_Date, Total_Amount, Status)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PK: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Order_ID</a:t>
                      </a:r>
                      <a:r>
                        <a:rPr lang="en-IN" dirty="0"/>
                        <a:t> </a:t>
                      </a:r>
                      <a:r>
                        <a:rPr lang="en-IN" b="1" dirty="0"/>
                        <a:t>FK: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Customer_ID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915295"/>
                  </a:ext>
                </a:extLst>
              </a:tr>
              <a:tr h="569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Order_Item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Order_Item</a:t>
                      </a:r>
                      <a:r>
                        <a:rPr lang="en-IN" dirty="0"/>
                        <a:t> (</a:t>
                      </a:r>
                      <a:r>
                        <a:rPr lang="en-IN" dirty="0" err="1"/>
                        <a:t>Order_Item_ID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Order_ID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Product_ID</a:t>
                      </a:r>
                      <a:r>
                        <a:rPr lang="en-IN" dirty="0"/>
                        <a:t>, Quantity, Subtotal)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PK:</a:t>
                      </a:r>
                      <a:r>
                        <a:rPr lang="en-IN"/>
                        <a:t> Order_Item_ID </a:t>
                      </a:r>
                      <a:r>
                        <a:rPr lang="en-IN" b="1"/>
                        <a:t>FK:</a:t>
                      </a:r>
                      <a:r>
                        <a:rPr lang="en-IN"/>
                        <a:t> Order_ID, Product_ID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824377"/>
                  </a:ext>
                </a:extLst>
              </a:tr>
              <a:tr h="813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Payment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(Payment_ID, Order_ID, Amount, Payment_Date, Payment_Method, Payment_Status)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PK:</a:t>
                      </a:r>
                      <a:r>
                        <a:rPr lang="en-IN"/>
                        <a:t> Payment_ID </a:t>
                      </a:r>
                      <a:r>
                        <a:rPr lang="en-IN" b="1"/>
                        <a:t>FK:</a:t>
                      </a:r>
                      <a:r>
                        <a:rPr lang="en-IN"/>
                        <a:t> Order_ID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300283"/>
                  </a:ext>
                </a:extLst>
              </a:tr>
              <a:tr h="813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Delivery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Delivery (Delivery_ID, Order_ID, Delivery_Address, Delivery_Date, Delivery_Status)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PK:</a:t>
                      </a:r>
                      <a:r>
                        <a:rPr lang="en-IN"/>
                        <a:t> Delivery_ID </a:t>
                      </a:r>
                      <a:r>
                        <a:rPr lang="en-IN" b="1"/>
                        <a:t>FK:</a:t>
                      </a:r>
                      <a:r>
                        <a:rPr lang="en-IN"/>
                        <a:t> Order_ID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164013"/>
                  </a:ext>
                </a:extLst>
              </a:tr>
              <a:tr h="569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Cart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Cart (Cart_ID, Customer_ID, Created_Date, Total_Amount)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PK:</a:t>
                      </a:r>
                      <a:r>
                        <a:rPr lang="en-IN"/>
                        <a:t> Cart_ID </a:t>
                      </a:r>
                      <a:r>
                        <a:rPr lang="en-IN" b="1"/>
                        <a:t>FK:</a:t>
                      </a:r>
                      <a:r>
                        <a:rPr lang="en-IN"/>
                        <a:t> Customer_ID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758023"/>
                  </a:ext>
                </a:extLst>
              </a:tr>
              <a:tr h="569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Cart_Item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Cart_Item (Cart_Item_ID, Cart_ID, Product_ID, Quantity)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PK: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Cart_Item_ID</a:t>
                      </a:r>
                      <a:r>
                        <a:rPr lang="en-IN" dirty="0"/>
                        <a:t> </a:t>
                      </a:r>
                      <a:r>
                        <a:rPr lang="en-IN" b="1" dirty="0"/>
                        <a:t>FK: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Cart_ID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Product_ID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839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74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88419" y="-2375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18026" y="268853"/>
            <a:ext cx="510390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(1NF – 3NF)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TextBox 201"/>
          <p:cNvSpPr txBox="1"/>
          <p:nvPr/>
        </p:nvSpPr>
        <p:spPr>
          <a:xfrm>
            <a:off x="548640" y="1520000"/>
            <a:ext cx="89611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IN" sz="1450" dirty="0">
              <a:solidFill>
                <a:srgbClr val="1A1A1A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D77F27-A2D1-810C-CDEF-2D661906EC34}"/>
              </a:ext>
            </a:extLst>
          </p:cNvPr>
          <p:cNvSpPr txBox="1"/>
          <p:nvPr/>
        </p:nvSpPr>
        <p:spPr>
          <a:xfrm>
            <a:off x="152400" y="685413"/>
            <a:ext cx="9677400" cy="696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 (First Normal Form)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column contains only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value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repeating groups are present in a table.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our system, multiple products in one order are stored separately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ORDER_ITEM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CUSTOMER, PRODUCT, ORDERS, PAYMENT, and DELIVERY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separate records.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2NF (Second Normal Form)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table must be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Every non-key attribute must depend on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primary key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ORDER_ITEM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separates order details and product details to avoid partial dependency.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order information, while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product information.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3NF (Third Normal Form)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table must be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2NF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 unnecessary 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transitive dependencies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category information separately from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&amp; FOREIGN KEYS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BAB11C-9D10-14F3-12F0-6E33AE7831C4}"/>
              </a:ext>
            </a:extLst>
          </p:cNvPr>
          <p:cNvSpPr txBox="1"/>
          <p:nvPr/>
        </p:nvSpPr>
        <p:spPr>
          <a:xfrm>
            <a:off x="1489405" y="5715000"/>
            <a:ext cx="59436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PRIMARY KEY (PK)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Uniquely identifies each record in the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Cannot contain null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Only one primary key in one table</a:t>
            </a:r>
          </a:p>
          <a:p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FCE71-04A6-7AF3-295C-660D334450AB}"/>
              </a:ext>
            </a:extLst>
          </p:cNvPr>
          <p:cNvSpPr txBox="1"/>
          <p:nvPr/>
        </p:nvSpPr>
        <p:spPr>
          <a:xfrm>
            <a:off x="1489404" y="6871050"/>
            <a:ext cx="60543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accent6"/>
                </a:solidFill>
              </a:rPr>
              <a:t>FOREIGN KEY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References a primary key in another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Establishes a relationship between the tables</a:t>
            </a:r>
          </a:p>
          <a:p>
            <a:endParaRPr lang="en-IN" sz="16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38E79F3-EEC7-F1BA-3189-1F2A1FE54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781438"/>
              </p:ext>
            </p:extLst>
          </p:nvPr>
        </p:nvGraphicFramePr>
        <p:xfrm>
          <a:off x="1219200" y="961084"/>
          <a:ext cx="7086599" cy="4646498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252314">
                  <a:extLst>
                    <a:ext uri="{9D8B030D-6E8A-4147-A177-3AD203B41FA5}">
                      <a16:colId xmlns:a16="http://schemas.microsoft.com/office/drawing/2014/main" val="3616481428"/>
                    </a:ext>
                  </a:extLst>
                </a:gridCol>
                <a:gridCol w="2612217">
                  <a:extLst>
                    <a:ext uri="{9D8B030D-6E8A-4147-A177-3AD203B41FA5}">
                      <a16:colId xmlns:a16="http://schemas.microsoft.com/office/drawing/2014/main" val="3659203461"/>
                    </a:ext>
                  </a:extLst>
                </a:gridCol>
                <a:gridCol w="3222068">
                  <a:extLst>
                    <a:ext uri="{9D8B030D-6E8A-4147-A177-3AD203B41FA5}">
                      <a16:colId xmlns:a16="http://schemas.microsoft.com/office/drawing/2014/main" val="2258471504"/>
                    </a:ext>
                  </a:extLst>
                </a:gridCol>
              </a:tblGrid>
              <a:tr h="285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Child table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Foreign key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References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756519"/>
                  </a:ext>
                </a:extLst>
              </a:tr>
              <a:tr h="412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Product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 (Category_ID)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725726"/>
                  </a:ext>
                </a:extLst>
              </a:tr>
              <a:tr h="377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Orders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(Customer_ID)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73448"/>
                  </a:ext>
                </a:extLst>
              </a:tr>
              <a:tr h="499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Order_Details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 (Order_ID)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702904"/>
                  </a:ext>
                </a:extLst>
              </a:tr>
              <a:tr h="499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Order_Details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 (Product_ID)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684565"/>
                  </a:ext>
                </a:extLst>
              </a:tr>
              <a:tr h="377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Payment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 (Order_ID)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778457"/>
                  </a:ext>
                </a:extLst>
              </a:tr>
              <a:tr h="539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Shipping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 (Order_ID)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622609"/>
                  </a:ext>
                </a:extLst>
              </a:tr>
              <a:tr h="539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Review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(Customer_ID)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260611"/>
                  </a:ext>
                </a:extLst>
              </a:tr>
              <a:tr h="377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Review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 (Product_ID)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130712"/>
                  </a:ext>
                </a:extLst>
              </a:tr>
              <a:tr h="377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Cart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Customer (</a:t>
                      </a:r>
                      <a:r>
                        <a:rPr lang="en-IN" dirty="0" err="1"/>
                        <a:t>Customer_ID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352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394116" y="1752600"/>
            <a:ext cx="5200000" cy="470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548641" y="2012339"/>
            <a:ext cx="4937760" cy="4312261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--Create Database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 CREATE DATABASE </a:t>
            </a:r>
            <a:r>
              <a:rPr lang="en-IN" sz="1200" dirty="0" err="1">
                <a:solidFill>
                  <a:schemeClr val="bg1"/>
                </a:solidFill>
              </a:rPr>
              <a:t>EcommerceDB</a:t>
            </a:r>
            <a:r>
              <a:rPr lang="en-IN" sz="1200" dirty="0">
                <a:solidFill>
                  <a:schemeClr val="bg1"/>
                </a:solidFill>
              </a:rPr>
              <a:t>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 USE </a:t>
            </a:r>
            <a:r>
              <a:rPr lang="en-IN" sz="1200" dirty="0" err="1">
                <a:solidFill>
                  <a:schemeClr val="bg1"/>
                </a:solidFill>
              </a:rPr>
              <a:t>EcommerceDB</a:t>
            </a:r>
            <a:r>
              <a:rPr lang="en-IN" sz="1200" dirty="0">
                <a:solidFill>
                  <a:schemeClr val="bg1"/>
                </a:solidFill>
              </a:rPr>
              <a:t>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 -- CUSTOMER TABLE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 CREATE TABLE CUSTOMER (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dirty="0" err="1">
                <a:solidFill>
                  <a:schemeClr val="bg1"/>
                </a:solidFill>
              </a:rPr>
              <a:t>Customer_ID</a:t>
            </a:r>
            <a:r>
              <a:rPr lang="en-IN" sz="1200" dirty="0">
                <a:solidFill>
                  <a:schemeClr val="bg1"/>
                </a:solidFill>
              </a:rPr>
              <a:t> INT PRIMARY KEY,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 Name VARCHAR(50) NOT NULL,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Email VARCHAR(100) UNIQUE NOT NULL,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 Phone VARCHAR(15) UNIQUE,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Address VARCHAR(150) );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CATEGORY TABLE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CREATE TABLE CATEGORY (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dirty="0" err="1">
                <a:solidFill>
                  <a:schemeClr val="bg1"/>
                </a:solidFill>
              </a:rPr>
              <a:t>Category_ID</a:t>
            </a:r>
            <a:r>
              <a:rPr lang="en-IN" sz="1200" dirty="0">
                <a:solidFill>
                  <a:schemeClr val="bg1"/>
                </a:solidFill>
              </a:rPr>
              <a:t> INT PRIMARY KEY,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dirty="0" err="1">
                <a:solidFill>
                  <a:schemeClr val="bg1"/>
                </a:solidFill>
              </a:rPr>
              <a:t>Category_Name</a:t>
            </a:r>
            <a:r>
              <a:rPr lang="en-IN" sz="1200" dirty="0">
                <a:solidFill>
                  <a:schemeClr val="bg1"/>
                </a:solidFill>
              </a:rPr>
              <a:t> VARCHAR(50) NOT NULL UNIQUE,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</a:rPr>
              <a:t> Description VARCHAR(150) ); </a:t>
            </a:r>
            <a:endParaRPr lang="en-IN" sz="12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5867400" y="1818468"/>
            <a:ext cx="3642359" cy="4634131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4" name="TextBox 204"/>
          <p:cNvSpPr txBox="1"/>
          <p:nvPr/>
        </p:nvSpPr>
        <p:spPr>
          <a:xfrm>
            <a:off x="6172200" y="1818469"/>
            <a:ext cx="3200400" cy="4700001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FF6600"/>
                </a:solidFill>
                <a:latin typeface="Times New Roman"/>
                <a:cs typeface="Times New Roman"/>
              </a:rPr>
              <a:t>Constraints applied</a:t>
            </a:r>
            <a:endParaRPr lang="en-IN" sz="1200" b="1" dirty="0"/>
          </a:p>
          <a:p>
            <a:pPr>
              <a:lnSpc>
                <a:spcPct val="150000"/>
              </a:lnSpc>
            </a:pPr>
            <a:r>
              <a:rPr lang="en-IN" sz="1200" dirty="0"/>
              <a:t>• </a:t>
            </a:r>
            <a:r>
              <a:rPr lang="en-IN" sz="1200" b="1" dirty="0"/>
              <a:t>PRIMARY KEY —</a:t>
            </a:r>
            <a:r>
              <a:rPr lang="en-IN" sz="1200" dirty="0"/>
              <a:t> Uniquely identifies each customer, product, and order record.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• </a:t>
            </a:r>
            <a:r>
              <a:rPr lang="en-IN" sz="1200" b="1" dirty="0"/>
              <a:t>FOREIGN KEY —</a:t>
            </a:r>
            <a:r>
              <a:rPr lang="en-IN" sz="1200" dirty="0"/>
              <a:t> Links orders with valid customers and order items with valid products and orders.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• </a:t>
            </a:r>
            <a:r>
              <a:rPr lang="en-IN" sz="1200" b="1" dirty="0"/>
              <a:t>NOT NULL —</a:t>
            </a:r>
            <a:r>
              <a:rPr lang="en-IN" sz="1200" dirty="0"/>
              <a:t> Customer name, phone, product name, price, order date and quantity cannot be empty.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• </a:t>
            </a:r>
            <a:r>
              <a:rPr lang="en-IN" sz="1200" b="1" dirty="0"/>
              <a:t>UNIQUE —</a:t>
            </a:r>
            <a:r>
              <a:rPr lang="en-IN" sz="1200" dirty="0"/>
              <a:t> No two customers can have the same email or phone number.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• </a:t>
            </a:r>
            <a:r>
              <a:rPr lang="en-IN" sz="1200" b="1" dirty="0"/>
              <a:t>CHECK —</a:t>
            </a:r>
            <a:r>
              <a:rPr lang="en-IN" sz="1200" dirty="0"/>
              <a:t> Quantity and price must be greater than 0, and order status accepts only valid values such as </a:t>
            </a:r>
            <a:r>
              <a:rPr lang="en-IN" sz="1200" b="1" dirty="0"/>
              <a:t>'Pending', 'Shipped', 'Delivered', or 'Cancelled'</a:t>
            </a:r>
            <a:r>
              <a:rPr lang="en-IN" sz="1200" dirty="0"/>
              <a:t>.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• </a:t>
            </a:r>
            <a:r>
              <a:rPr lang="en-IN" sz="1200" b="1" dirty="0"/>
              <a:t>DEFAULT —</a:t>
            </a:r>
            <a:r>
              <a:rPr lang="en-IN" sz="1200" dirty="0"/>
              <a:t> Order status defaults to </a:t>
            </a:r>
            <a:r>
              <a:rPr lang="en-IN" sz="1200" b="1" dirty="0"/>
              <a:t>'Pending'</a:t>
            </a:r>
            <a:r>
              <a:rPr lang="en-IN" sz="1200" dirty="0"/>
              <a:t> and product availability defaults to </a:t>
            </a:r>
            <a:r>
              <a:rPr lang="en-IN" sz="1200" b="1" dirty="0"/>
              <a:t>'Yes'</a:t>
            </a:r>
            <a:r>
              <a:rPr lang="en-IN" sz="12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IN" sz="1200" b="1" dirty="0">
              <a:solidFill>
                <a:srgbClr val="FF66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290750" y="929510"/>
            <a:ext cx="8458200" cy="4917559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98640" y="1048966"/>
            <a:ext cx="6172201" cy="4484654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</a:rPr>
              <a:t>USE </a:t>
            </a:r>
            <a:r>
              <a:rPr lang="en-IN" sz="1400" dirty="0" err="1">
                <a:solidFill>
                  <a:schemeClr val="bg1"/>
                </a:solidFill>
              </a:rPr>
              <a:t>EcommerceDB</a:t>
            </a:r>
            <a:r>
              <a:rPr lang="en-IN" sz="1400" dirty="0">
                <a:solidFill>
                  <a:schemeClr val="bg1"/>
                </a:solidFill>
              </a:rPr>
              <a:t>;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</a:rPr>
              <a:t> -- CUSTOMER DATA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</a:rPr>
              <a:t> INSERT INTO CUSTOMER VALUES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</a:rPr>
              <a:t> (1, 'Rahul', 'rahul@gmail.com', '9876543210', 'Hyderabad’),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</a:rPr>
              <a:t> (2, 'Priya', 'priya@gmail.com', '9876543211', 'Vijayawada’),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</a:rPr>
              <a:t>(3, 'Arjun', 'arjun@gmail.com', '9876543212', 'Chennai’),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</a:rPr>
              <a:t>(4, 'Sneha', 'sneha@gmail.com', '9876543213', 'Bangalore’),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</a:rPr>
              <a:t> (5, 'Kiran', 'kiran@gmail.com', '9876543214', 'Visakhapatnam’);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400" dirty="0">
                <a:solidFill>
                  <a:schemeClr val="bg1"/>
                </a:solidFill>
              </a:rPr>
              <a:t>--CATEGORY DATA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400" dirty="0">
                <a:solidFill>
                  <a:schemeClr val="bg1"/>
                </a:solidFill>
              </a:rPr>
              <a:t>INSERT INTO CATEGORY VALUES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400" dirty="0">
                <a:solidFill>
                  <a:schemeClr val="bg1"/>
                </a:solidFill>
              </a:rPr>
              <a:t> (101, 'Electronics', 'Electronic devices’),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400" dirty="0">
                <a:solidFill>
                  <a:schemeClr val="bg1"/>
                </a:solidFill>
              </a:rPr>
              <a:t>(102, 'Mobiles', 'Smartphones and accessories’),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400" dirty="0">
                <a:solidFill>
                  <a:schemeClr val="bg1"/>
                </a:solidFill>
              </a:rPr>
              <a:t> (103, 'Computers', 'Laptops and computer products’),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400" dirty="0">
                <a:solidFill>
                  <a:schemeClr val="bg1"/>
                </a:solidFill>
              </a:rPr>
              <a:t>(104, 'Audio', 'Headphones and speakers'); </a:t>
            </a:r>
          </a:p>
        </p:txBody>
      </p:sp>
      <p:sp>
        <p:nvSpPr>
          <p:cNvPr id="204" name="Shape 204"/>
          <p:cNvSpPr/>
          <p:nvPr/>
        </p:nvSpPr>
        <p:spPr>
          <a:xfrm>
            <a:off x="548640" y="6197241"/>
            <a:ext cx="5200000" cy="1132592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TextBox 205"/>
          <p:cNvSpPr txBox="1"/>
          <p:nvPr/>
        </p:nvSpPr>
        <p:spPr>
          <a:xfrm>
            <a:off x="698640" y="6021916"/>
            <a:ext cx="52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5720" rIns="60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350" b="1" dirty="0">
                <a:solidFill>
                  <a:srgbClr val="17375E"/>
                </a:solidFill>
                <a:latin typeface="Times New Roman"/>
                <a:cs typeface="Times New Roman"/>
              </a:rPr>
              <a:t>Insertion order follows the foreign-key dependency: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lang="en-IN" sz="1300" dirty="0">
                <a:solidFill>
                  <a:srgbClr val="1A1A1A"/>
                </a:solidFill>
                <a:latin typeface="Times New Roman"/>
                <a:cs typeface="Times New Roman"/>
              </a:rPr>
              <a:t>Department → Doctor / Nurse → Patient → Room → Appointment → Medical_Record → Medicine → Prescription → Billing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548640" y="1551065"/>
            <a:ext cx="8961120" cy="156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58640" y="1776065"/>
            <a:ext cx="8741120" cy="138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/>
          </a:bodyPr>
          <a:lstStyle/>
          <a:p>
            <a:r>
              <a:rPr lang="en-IN" sz="1100" dirty="0">
                <a:solidFill>
                  <a:schemeClr val="accent6"/>
                </a:solidFill>
              </a:rPr>
              <a:t>DDL commands : CREATE , ALTER , TRUNCATE , DROP</a:t>
            </a:r>
            <a:endParaRPr lang="en-IN" sz="11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SUPPLIER (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Supplier_ID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Supplier_Name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VARCHAR(100) NOT NULL, Contact VARCHAR(15) );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PRODUCT ADD Brand VARCHAR(50);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 TABLE SUPPLIER;</a:t>
            </a:r>
          </a:p>
          <a:p>
            <a:pPr rtl="0">
              <a:lnSpc>
                <a:spcPct val="150000"/>
              </a:lnSpc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TABLE SUPPLIER;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IN" sz="1100" b="1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548640" y="3280000"/>
            <a:ext cx="8961120" cy="176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extBox 204"/>
          <p:cNvSpPr txBox="1"/>
          <p:nvPr/>
        </p:nvSpPr>
        <p:spPr>
          <a:xfrm>
            <a:off x="658640" y="3505200"/>
            <a:ext cx="8741120" cy="14448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/>
          </a:bodyPr>
          <a:lstStyle/>
          <a:p>
            <a:r>
              <a:rPr lang="en-IN" sz="1200" b="1" dirty="0">
                <a:solidFill>
                  <a:srgbClr val="FFB8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DML  —  adds, changes and removes the data</a:t>
            </a:r>
          </a:p>
          <a:p>
            <a:endParaRPr lang="en-IN" sz="1050" b="1" dirty="0">
              <a:solidFill>
                <a:srgbClr val="FFB86C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CUSTOMER VALUES (6, 'Vikram', 'vikram@gmail.com', '9876543215', 'Mumbai’);</a:t>
            </a:r>
          </a:p>
          <a:p>
            <a:pPr>
              <a:lnSpc>
                <a:spcPct val="15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IN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IN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IN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 Price = 52000 WHERE </a:t>
            </a:r>
            <a:r>
              <a:rPr lang="en-IN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201;</a:t>
            </a:r>
          </a:p>
          <a:p>
            <a:pPr>
              <a:lnSpc>
                <a:spcPct val="15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</a:t>
            </a:r>
            <a:r>
              <a:rPr lang="en-IN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IN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CUSTOMER WHERE </a:t>
            </a:r>
            <a:r>
              <a:rPr lang="en-IN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6;</a:t>
            </a:r>
          </a:p>
        </p:txBody>
      </p:sp>
      <p:sp>
        <p:nvSpPr>
          <p:cNvPr id="205" name="Shape 205"/>
          <p:cNvSpPr/>
          <p:nvPr/>
        </p:nvSpPr>
        <p:spPr>
          <a:xfrm>
            <a:off x="548640" y="5240000"/>
            <a:ext cx="8961120" cy="196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extBox 206"/>
          <p:cNvSpPr txBox="1"/>
          <p:nvPr/>
        </p:nvSpPr>
        <p:spPr>
          <a:xfrm>
            <a:off x="651020" y="5404760"/>
            <a:ext cx="8741120" cy="178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rgbClr val="FFB86C"/>
                </a:solidFill>
                <a:latin typeface="Courier New"/>
                <a:cs typeface="Courier New"/>
              </a:rPr>
              <a:t>DQL  —  retrieves the data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CUSTOMER;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Price FROM PRODUCT;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Price FROM PRODUCT WHERE Price &gt; 1000;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Price FROM PRODUCT ORDER BY Price DESC;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Status FROM ORDERS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1100" b="1" dirty="0">
              <a:solidFill>
                <a:srgbClr val="FFB86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TextBox 207"/>
          <p:cNvSpPr txBox="1"/>
          <p:nvPr/>
        </p:nvSpPr>
        <p:spPr>
          <a:xfrm>
            <a:off x="548640" y="7370000"/>
            <a:ext cx="89611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IN" sz="1250" dirty="0">
              <a:solidFill>
                <a:srgbClr val="4A4A4A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CRUD, JOINS &amp; AGGREGATE FUNCTIONS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548640" y="1449538"/>
            <a:ext cx="4380560" cy="155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58640" y="1543319"/>
            <a:ext cx="4160560" cy="141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3000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FF6600"/>
                </a:solidFill>
                <a:latin typeface="Courier New"/>
                <a:cs typeface="Courier New"/>
              </a:rPr>
              <a:t>C  </a:t>
            </a:r>
            <a:r>
              <a:rPr lang="en-IN" sz="1250" b="1" dirty="0">
                <a:solidFill>
                  <a:srgbClr val="FFB86C"/>
                </a:solidFill>
                <a:latin typeface="Courier New"/>
                <a:cs typeface="Courier New"/>
              </a:rPr>
              <a:t>CREATE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CUSTOMER VALUES (7, 'Anil', 'anil@gmail.com', '9876543216', 'Delhi'); </a:t>
            </a:r>
            <a:endParaRPr lang="en-IN" sz="12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5129200" y="1520000"/>
            <a:ext cx="4380560" cy="155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extBox 204"/>
          <p:cNvSpPr txBox="1"/>
          <p:nvPr/>
        </p:nvSpPr>
        <p:spPr>
          <a:xfrm>
            <a:off x="5239200" y="1590000"/>
            <a:ext cx="4160560" cy="141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3000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FF6600"/>
                </a:solidFill>
                <a:latin typeface="Courier New"/>
                <a:cs typeface="Courier New"/>
              </a:rPr>
              <a:t>R  </a:t>
            </a:r>
            <a:r>
              <a:rPr lang="en-IN" sz="1250" b="1" dirty="0">
                <a:solidFill>
                  <a:srgbClr val="FFB86C"/>
                </a:solidFill>
                <a:latin typeface="Courier New"/>
                <a:cs typeface="Courier New"/>
              </a:rPr>
              <a:t>READ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7; </a:t>
            </a:r>
            <a:endParaRPr lang="en-IN" sz="12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548640" y="3270000"/>
            <a:ext cx="4380560" cy="155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extBox 206"/>
          <p:cNvSpPr txBox="1"/>
          <p:nvPr/>
        </p:nvSpPr>
        <p:spPr>
          <a:xfrm>
            <a:off x="658640" y="3340000"/>
            <a:ext cx="4160560" cy="141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3000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FF6600"/>
                </a:solidFill>
                <a:latin typeface="Courier New"/>
                <a:cs typeface="Courier New"/>
              </a:rPr>
              <a:t>U  </a:t>
            </a:r>
            <a:r>
              <a:rPr lang="en-IN" sz="1250" b="1" dirty="0">
                <a:solidFill>
                  <a:srgbClr val="FFB86C"/>
                </a:solidFill>
                <a:latin typeface="Courier New"/>
                <a:cs typeface="Courier New"/>
              </a:rPr>
              <a:t>UPDATE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CUSTOMER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 Address = 'Mumbai’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7; </a:t>
            </a:r>
            <a:endParaRPr lang="en-IN" sz="12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Shape 207"/>
          <p:cNvSpPr/>
          <p:nvPr/>
        </p:nvSpPr>
        <p:spPr>
          <a:xfrm>
            <a:off x="5129200" y="3270000"/>
            <a:ext cx="4380560" cy="155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TextBox 208"/>
          <p:cNvSpPr txBox="1"/>
          <p:nvPr/>
        </p:nvSpPr>
        <p:spPr>
          <a:xfrm>
            <a:off x="5239200" y="3340000"/>
            <a:ext cx="4160560" cy="141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3000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FF6600"/>
                </a:solidFill>
                <a:latin typeface="Courier New"/>
                <a:cs typeface="Courier New"/>
              </a:rPr>
              <a:t>D  </a:t>
            </a:r>
            <a:r>
              <a:rPr lang="en-IN" sz="1250" b="1" dirty="0">
                <a:solidFill>
                  <a:srgbClr val="FFB86C"/>
                </a:solidFill>
                <a:latin typeface="Courier New"/>
                <a:cs typeface="Courier New"/>
              </a:rPr>
              <a:t>DELETE</a:t>
            </a:r>
          </a:p>
          <a:p>
            <a:pPr algn="just">
              <a:lnSpc>
                <a:spcPct val="150000"/>
              </a:lnSpc>
              <a:spcBef>
                <a:spcPts val="160"/>
              </a:spcBef>
              <a:buNone/>
            </a:pPr>
            <a:r>
              <a:rPr lang="en-IN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FROM CUSTOMER</a:t>
            </a:r>
          </a:p>
          <a:p>
            <a:pPr algn="just">
              <a:lnSpc>
                <a:spcPct val="150000"/>
              </a:lnSpc>
              <a:spcBef>
                <a:spcPts val="160"/>
              </a:spcBef>
              <a:buNone/>
            </a:pPr>
            <a:r>
              <a:rPr lang="en-IN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IN" sz="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7;</a:t>
            </a:r>
          </a:p>
        </p:txBody>
      </p:sp>
      <p:sp>
        <p:nvSpPr>
          <p:cNvPr id="209" name="Shape 209"/>
          <p:cNvSpPr/>
          <p:nvPr/>
        </p:nvSpPr>
        <p:spPr>
          <a:xfrm>
            <a:off x="548640" y="5080000"/>
            <a:ext cx="8900160" cy="23114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extBox 210"/>
          <p:cNvSpPr txBox="1"/>
          <p:nvPr/>
        </p:nvSpPr>
        <p:spPr>
          <a:xfrm>
            <a:off x="658640" y="5170000"/>
            <a:ext cx="8741120" cy="2145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080" dirty="0">
                <a:solidFill>
                  <a:srgbClr val="8FD19E"/>
                </a:solidFill>
                <a:latin typeface="Courier New"/>
                <a:cs typeface="Courier New"/>
              </a:rPr>
              <a:t>JOIN : Orders with ORDER_ITEM and PRODUCT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O.Order_ID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P.Product_Name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OI.Quantity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OI.Unit_Price</a:t>
            </a:r>
            <a:endParaRPr lang="en-IN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ORDERS O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INNER JOIN ORDER_ITEM OI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O.Order_ID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OI.Order_ID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JOIN PRODUCT P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OI.Product_ID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P.Product_ID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endParaRPr lang="en-IN" sz="108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r>
              <a:rPr lang="en-IN" sz="1080" dirty="0">
                <a:solidFill>
                  <a:srgbClr val="8FD19E"/>
                </a:solidFill>
                <a:latin typeface="Courier New"/>
                <a:cs typeface="Courier New"/>
              </a:rPr>
              <a:t>Aggregate functions on Billing</a:t>
            </a: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lang="en-IN" sz="1080" dirty="0">
              <a:solidFill>
                <a:srgbClr val="8FD19E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r>
              <a:rPr lang="en-IN" sz="1100" dirty="0">
                <a:solidFill>
                  <a:schemeClr val="bg1"/>
                </a:solidFill>
              </a:rPr>
              <a:t>SELECT COUNT(*) AS </a:t>
            </a:r>
            <a:r>
              <a:rPr lang="en-IN" sz="1100" dirty="0" err="1">
                <a:solidFill>
                  <a:schemeClr val="bg1"/>
                </a:solidFill>
              </a:rPr>
              <a:t>Total_Customers</a:t>
            </a:r>
            <a:r>
              <a:rPr lang="en-IN" sz="1100" dirty="0">
                <a:solidFill>
                  <a:schemeClr val="bg1"/>
                </a:solidFill>
              </a:rPr>
              <a:t> FROM CUSTOMER;</a:t>
            </a:r>
          </a:p>
          <a:p>
            <a:pPr>
              <a:lnSpc>
                <a:spcPct val="100000"/>
              </a:lnSpc>
              <a:spcBef>
                <a:spcPts val="180"/>
              </a:spcBef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SUM(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ORDERS;</a:t>
            </a:r>
            <a:endParaRPr lang="en-IN" sz="108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VIEWS, SUBQUERIES &amp; INDEXES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548640" y="1009675"/>
            <a:ext cx="8851120" cy="2790325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58640" y="1118337"/>
            <a:ext cx="8851120" cy="2681663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130" dirty="0">
                <a:solidFill>
                  <a:srgbClr val="8FD19E"/>
                </a:solidFill>
                <a:latin typeface="Courier New"/>
                <a:cs typeface="Courier New"/>
              </a:rPr>
              <a:t>VIEW : a reusable virtual table for the reception desk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VIEW </a:t>
            </a: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Customer_Order_View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C.Name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O.Order_ID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O.Order_Date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O.Total_Amount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O.Status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 C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JOIN ORDERS O 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O.Customer_ID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IN" sz="113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548640" y="4040000"/>
            <a:ext cx="8961120" cy="190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extBox 204"/>
          <p:cNvSpPr txBox="1"/>
          <p:nvPr/>
        </p:nvSpPr>
        <p:spPr>
          <a:xfrm>
            <a:off x="658640" y="4130000"/>
            <a:ext cx="8741120" cy="172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IN" sz="1100" dirty="0">
                <a:solidFill>
                  <a:srgbClr val="8FD19E"/>
                </a:solidFill>
                <a:latin typeface="Courier New"/>
                <a:cs typeface="Courier New"/>
              </a:rPr>
              <a:t>SUBQUERY :</a:t>
            </a:r>
          </a:p>
          <a:p>
            <a:pPr>
              <a:spcBef>
                <a:spcPts val="0"/>
              </a:spcBef>
            </a:pPr>
            <a:r>
              <a:rPr lang="en-IN" sz="1100" dirty="0">
                <a:solidFill>
                  <a:schemeClr val="bg1"/>
                </a:solidFill>
              </a:rPr>
              <a:t>USE </a:t>
            </a:r>
            <a:r>
              <a:rPr lang="en-IN" sz="1100" dirty="0" err="1">
                <a:solidFill>
                  <a:schemeClr val="bg1"/>
                </a:solidFill>
              </a:rPr>
              <a:t>EcommerceDB</a:t>
            </a:r>
            <a:r>
              <a:rPr lang="en-IN" sz="1100" dirty="0">
                <a:solidFill>
                  <a:schemeClr val="bg1"/>
                </a:solidFill>
              </a:rPr>
              <a:t>;</a:t>
            </a:r>
            <a:endParaRPr lang="en-IN" sz="1100" dirty="0">
              <a:solidFill>
                <a:srgbClr val="8FD19E"/>
              </a:solidFill>
              <a:latin typeface="Courier New"/>
              <a:cs typeface="Courier New"/>
            </a:endParaRPr>
          </a:p>
          <a:p>
            <a:pPr algn="just">
              <a:spcBef>
                <a:spcPts val="0"/>
              </a:spcBef>
            </a:pPr>
            <a:r>
              <a:rPr lang="en-IN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--Products having price greater than average price</a:t>
            </a:r>
          </a:p>
          <a:p>
            <a:pPr algn="just">
              <a:spcBef>
                <a:spcPts val="0"/>
              </a:spcBef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</a:t>
            </a:r>
          </a:p>
          <a:p>
            <a:pPr algn="just">
              <a:spcBef>
                <a:spcPts val="0"/>
              </a:spcBef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Price</a:t>
            </a:r>
          </a:p>
          <a:p>
            <a:pPr algn="just">
              <a:spcBef>
                <a:spcPts val="0"/>
              </a:spcBef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PRODUCT</a:t>
            </a:r>
          </a:p>
          <a:p>
            <a:pPr algn="just">
              <a:spcBef>
                <a:spcPts val="0"/>
              </a:spcBef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Price &gt; </a:t>
            </a:r>
          </a:p>
          <a:p>
            <a:pPr algn="just">
              <a:spcBef>
                <a:spcPts val="0"/>
              </a:spcBef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spcBef>
                <a:spcPts val="0"/>
              </a:spcBef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 AVG(Price)</a:t>
            </a:r>
          </a:p>
          <a:p>
            <a:pPr algn="just">
              <a:spcBef>
                <a:spcPts val="0"/>
              </a:spcBef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PRODUCT ); </a:t>
            </a:r>
          </a:p>
        </p:txBody>
      </p:sp>
      <p:sp>
        <p:nvSpPr>
          <p:cNvPr id="205" name="Shape 205"/>
          <p:cNvSpPr/>
          <p:nvPr/>
        </p:nvSpPr>
        <p:spPr>
          <a:xfrm>
            <a:off x="489220" y="6194800"/>
            <a:ext cx="4355560" cy="11500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TextBox 206"/>
          <p:cNvSpPr txBox="1"/>
          <p:nvPr/>
        </p:nvSpPr>
        <p:spPr>
          <a:xfrm>
            <a:off x="674227" y="6176512"/>
            <a:ext cx="4095560" cy="115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6600"/>
                </a:solidFill>
                <a:latin typeface="Times New Roman"/>
                <a:cs typeface="Times New Roman"/>
              </a:rPr>
              <a:t>Why views help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30" dirty="0">
                <a:solidFill>
                  <a:srgbClr val="4A4A4A"/>
                </a:solidFill>
                <a:latin typeface="Times New Roman"/>
                <a:cs typeface="Times New Roman"/>
              </a:rPr>
              <a:t>Hide complex joins from everyday users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30" dirty="0">
                <a:solidFill>
                  <a:srgbClr val="4A4A4A"/>
                </a:solidFill>
                <a:latin typeface="Times New Roman"/>
                <a:cs typeface="Times New Roman"/>
              </a:rPr>
              <a:t>Give read-only access without exposing base tables</a:t>
            </a:r>
          </a:p>
        </p:txBody>
      </p:sp>
      <p:sp>
        <p:nvSpPr>
          <p:cNvPr id="207" name="Shape 207"/>
          <p:cNvSpPr/>
          <p:nvPr/>
        </p:nvSpPr>
        <p:spPr>
          <a:xfrm>
            <a:off x="5135291" y="6176512"/>
            <a:ext cx="4364927" cy="11500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TextBox 208"/>
          <p:cNvSpPr txBox="1"/>
          <p:nvPr/>
        </p:nvSpPr>
        <p:spPr>
          <a:xfrm>
            <a:off x="5288615" y="6176513"/>
            <a:ext cx="4211603" cy="115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>
                <a:solidFill>
                  <a:srgbClr val="17375E"/>
                </a:solidFill>
                <a:latin typeface="Times New Roman"/>
                <a:cs typeface="Times New Roman"/>
              </a:rPr>
              <a:t>Indexes created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150" dirty="0">
                <a:solidFill>
                  <a:srgbClr val="4A4A4A"/>
                </a:solidFill>
                <a:latin typeface="Times New Roman"/>
                <a:cs typeface="Times New Roman"/>
              </a:rPr>
              <a:t>CREATE INDEX idx_pat_name ON Patient(Patient_Name);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150" dirty="0">
                <a:solidFill>
                  <a:srgbClr val="4A4A4A"/>
                </a:solidFill>
                <a:latin typeface="Times New Roman"/>
                <a:cs typeface="Times New Roman"/>
              </a:rPr>
              <a:t>CREATE INDEX idx_app_date ON Appointment(Appointment_Date);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01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242757"/>
              </p:ext>
            </p:extLst>
          </p:nvPr>
        </p:nvGraphicFramePr>
        <p:xfrm>
          <a:off x="548640" y="1520000"/>
          <a:ext cx="8961120" cy="232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Team member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Roll number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Responsibility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lang="en-IN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.HARSHA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25B11AIB93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ER diagram, schema design and normalisation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lang="en-IN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.JAYANTH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25B11AIB70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Table creation, constraints and sample data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S.ANITHA</a:t>
                      </a:r>
                      <a:endParaRPr lang="en-IN" sz="1300" b="1" dirty="0">
                        <a:solidFill>
                          <a:srgbClr val="1A1A1A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25B11AIB17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DML / DQL queries, joins and aggregate functions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R.D</a:t>
                      </a:r>
                      <a:r>
                        <a:rPr lang="en-IN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EVESH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25B11AIA75</a:t>
                      </a:r>
                      <a:endParaRPr lang="en-IN" sz="1300" dirty="0">
                        <a:solidFill>
                          <a:srgbClr val="1A1A1A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Views, validation checks, documentation and demo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2" name="Shape 202"/>
          <p:cNvSpPr/>
          <p:nvPr/>
        </p:nvSpPr>
        <p:spPr>
          <a:xfrm>
            <a:off x="548640" y="4140000"/>
            <a:ext cx="4330560" cy="21000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TextBox 203"/>
          <p:cNvSpPr txBox="1"/>
          <p:nvPr/>
        </p:nvSpPr>
        <p:spPr>
          <a:xfrm>
            <a:off x="678640" y="4140000"/>
            <a:ext cx="4070560" cy="210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FF6600"/>
                </a:solidFill>
                <a:latin typeface="Times New Roman"/>
                <a:cs typeface="Times New Roman"/>
              </a:rPr>
              <a:t>Repository structure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/sql/01_create_tables.sql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/sql/02_insert_data.sql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/sql/03_queries.sql   /sql/04_views.sql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/docs/ER_diagram.png,  /docs/report.pdf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/screenshots/  — query output images</a:t>
            </a:r>
          </a:p>
        </p:txBody>
      </p:sp>
      <p:sp>
        <p:nvSpPr>
          <p:cNvPr id="204" name="Shape 204"/>
          <p:cNvSpPr/>
          <p:nvPr/>
        </p:nvSpPr>
        <p:spPr>
          <a:xfrm>
            <a:off x="5179200" y="4140000"/>
            <a:ext cx="4330560" cy="21000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TextBox 205"/>
          <p:cNvSpPr txBox="1"/>
          <p:nvPr/>
        </p:nvSpPr>
        <p:spPr>
          <a:xfrm>
            <a:off x="5309200" y="4140000"/>
            <a:ext cx="4070560" cy="210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17375E"/>
                </a:solidFill>
                <a:latin typeface="Times New Roman"/>
                <a:cs typeface="Times New Roman"/>
              </a:rPr>
              <a:t>Version control practice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One GitHub repository shared by all four members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Separate branch per member, merged through pull requests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Meaningful commit messages for every change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README file explains how to run the scripts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Guides: Mrs. G. L. </a:t>
            </a:r>
            <a:r>
              <a:rPr lang="en-IN" sz="1250" dirty="0" err="1">
                <a:solidFill>
                  <a:srgbClr val="4A4A4A"/>
                </a:solidFill>
                <a:latin typeface="Times New Roman"/>
                <a:cs typeface="Times New Roman"/>
              </a:rPr>
              <a:t>Narasamba</a:t>
            </a: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 </a:t>
            </a:r>
            <a:r>
              <a:rPr lang="en-IN" sz="1250" dirty="0" err="1">
                <a:solidFill>
                  <a:srgbClr val="4A4A4A"/>
                </a:solidFill>
                <a:latin typeface="Times New Roman"/>
                <a:cs typeface="Times New Roman"/>
              </a:rPr>
              <a:t>Vanguri</a:t>
            </a: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, Dr. P. V. V. S. D. Nagendrudu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281DE-8B79-1C6C-805A-CB146A186A4E}"/>
              </a:ext>
            </a:extLst>
          </p:cNvPr>
          <p:cNvSpPr txBox="1"/>
          <p:nvPr/>
        </p:nvSpPr>
        <p:spPr>
          <a:xfrm>
            <a:off x="457200" y="6400801"/>
            <a:ext cx="9220199" cy="584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GITHUB REPOSITORY LINK </a:t>
            </a:r>
            <a:r>
              <a:rPr lang="en-US" sz="1600" dirty="0"/>
              <a:t>: https://github.com/Thandra-Sriharsha/E-COMMERCE-ORDER-MANAGEMENT-SYSTEM/blob/main/app.py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B202E-87A3-B003-4573-0121026AD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EBE8-6727-B017-4612-A70ABC93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1092607"/>
          </a:xfr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  <a:b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1D4C2-1000-014E-6D72-3BF828BD4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555" y="1396459"/>
            <a:ext cx="9677400" cy="491961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E-Commerce Order Management System provides an efficient way to manage customers, products, orders, payments, deliveries, carts, and reviews using a relational database. The project demonstrates important DBMS concepts such as constraints, data insertion, DDL, DML, DQL, CRUD operations, joins, aggregate functions, views, subqueries, indexes, and data validation.</a:t>
            </a:r>
          </a:p>
          <a:p>
            <a:pPr algn="l">
              <a:lnSpc>
                <a:spcPct val="150000"/>
              </a:lnSpc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provides a structured and reliable database solution for managing e-commerce operations and demonstrates the practical application of SQL and database management concepts.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D0470C42-6C24-316C-AC2D-DEC913A9D4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2EEB5DA3-2CF2-F886-FCAE-F5E5D1EFB80A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0FDF0815-BC45-5AC8-7EFF-CBB1AAA9370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411AB755-C678-C747-0B73-FD829872C75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D3C6CD00-6277-79A1-F85B-18F72B71157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2E0E2A15-A3BE-92EF-6C85-FE83714C1F4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1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</a:p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69041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2888</TotalTime>
  <Words>2530</Words>
  <Application>Microsoft Office PowerPoint</Application>
  <PresentationFormat>Custom</PresentationFormat>
  <Paragraphs>356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Courier New</vt:lpstr>
      <vt:lpstr>Palatino Linotype</vt:lpstr>
      <vt:lpstr>Times New Roman</vt:lpstr>
      <vt:lpstr>Office Theme</vt:lpstr>
      <vt:lpstr>Database Management Systems Cornerstone Project Project review - 2 </vt:lpstr>
      <vt:lpstr>PowerPoint Presentation</vt:lpstr>
      <vt:lpstr>PowerPoint Presentation</vt:lpstr>
      <vt:lpstr>PowerPoint Presentation</vt:lpstr>
      <vt:lpstr>ENTITIES &amp; ATTRIBUTES </vt:lpstr>
      <vt:lpstr>PowerPoint Presentation</vt:lpstr>
      <vt:lpstr>PowerPoint Presentation</vt:lpstr>
      <vt:lpstr>PowerPoint Presentation</vt:lpstr>
      <vt:lpstr>PowerPoint Presentation</vt:lpstr>
      <vt:lpstr>ENTITIES &amp; ATTRIBUTES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ENTITIES &amp; ATTRIBUTES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Jayanth T</cp:lastModifiedBy>
  <cp:revision>54</cp:revision>
  <cp:lastPrinted>2025-10-14T18:21:49Z</cp:lastPrinted>
  <dcterms:created xsi:type="dcterms:W3CDTF">2025-10-10T08:28:06Z</dcterms:created>
  <dcterms:modified xsi:type="dcterms:W3CDTF">2026-10-08T16:40:11Z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